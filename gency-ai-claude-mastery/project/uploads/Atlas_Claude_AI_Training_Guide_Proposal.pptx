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72" r:id="rId6"/>
  </p:sldMasterIdLst>
  <p:sldIdLst>
    <p:sldId id="256" r:id="rId3"/>
    <p:sldId id="257" r:id="rId4"/>
    <p:sldId id="258" r:id="rId5"/>
    <p:sldId id="259" r:id="rId2"/>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2192000" cy="6858000"/>
  <p:notesSz cx="6858000" cy="9144000"/>
  <p:embeddedFontLst>
    <p:embeddedFont>
      <p:font typeface="DengXian" panose="02010600030101010101" pitchFamily="2" charset="-122"/>
      <p:regular r:id="rId59"/>
      <p:bold r:id="rId60"/>
    </p:embeddedFont>
    <p:embeddedFont>
      <p:font typeface="Gelion" pitchFamily="2" charset="77"/>
      <p:regular r:id="rId61"/>
      <p:italic r:id="rId62"/>
    </p:embeddedFont>
    <p:embeddedFont>
      <p:font typeface="Gelion Bold" pitchFamily="2" charset="77"/>
      <p:bold r:id="rId63"/>
    </p:embeddedFont>
    <p:embeddedFont>
      <p:font typeface="Gelion Medium" pitchFamily="2" charset="77"/>
      <p:regular r:id="rId64"/>
    </p:embeddedFont>
    <p:embeddedFont>
      <p:font typeface="Gelion Semi Bold" pitchFamily="2" charset="77"/>
      <p:regular r:id="rId65"/>
      <p:bold r:id="rId66"/>
    </p:embeddedFont>
    <p:embeddedFont>
      <p:font typeface="Open Sans Light" panose="020B0306030504020204" pitchFamily="34" charset="0"/>
      <p:regular r:id="rId67"/>
      <p:italic r:id="rId68"/>
    </p:embeddedFont>
    <p:embeddedFont>
      <p:font typeface="Poppins" panose="00000500000000000000" pitchFamily="2" charset="77"/>
      <p:regular r:id="rId69"/>
      <p:bold r:id="rId70"/>
      <p:italic r:id="rId71"/>
      <p:boldItalic r:id="rId7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392" y="-96"/>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 Type="http://schemas.openxmlformats.org/officeDocument/2006/relationships/slide" Target="slides/slide4.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Master" Target="slideMasters/slideMaster1.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75" Type="http://schemas.openxmlformats.org/officeDocument/2006/relationships/theme" Target="theme/theme1.xml"/><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emf"/><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 Id="rId3"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 Id="rId3"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 Id="rId3"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 Id="rId3"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3.emf"/></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3.emf"/></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3.emf"/></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ster_Cover_0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BF415C3-5F8C-2CC4-C4A2-917ACBF25F54}"/>
              </a:ext>
            </a:extLst>
          </p:cNvPr>
          <p:cNvSpPr/>
          <p:nvPr userDrawn="1"/>
        </p:nvSpPr>
        <p:spPr>
          <a:xfrm rot="16200000">
            <a:off x="2666999" y="-2666999"/>
            <a:ext cx="6858002" cy="12192000"/>
          </a:xfrm>
          <a:prstGeom prst="rect">
            <a:avLst/>
          </a:prstGeom>
          <a:gradFill flip="none" rotWithShape="1">
            <a:gsLst>
              <a:gs pos="69000">
                <a:schemeClr val="accent2"/>
              </a:gs>
              <a:gs pos="32000">
                <a:schemeClr val="accent1"/>
              </a:gs>
              <a:gs pos="14000">
                <a:srgbClr val="2F40EF"/>
              </a:gs>
              <a:gs pos="0">
                <a:srgbClr val="1E046A"/>
              </a:gs>
            </a:gsLst>
            <a:lin ang="9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Chord 20">
            <a:extLst>
              <a:ext uri="{FF2B5EF4-FFF2-40B4-BE49-F238E27FC236}">
                <a16:creationId xmlns:a16="http://schemas.microsoft.com/office/drawing/2014/main" id="{730E062F-3003-AC07-48F8-E03C96E063DC}"/>
              </a:ext>
            </a:extLst>
          </p:cNvPr>
          <p:cNvSpPr/>
          <p:nvPr userDrawn="1"/>
        </p:nvSpPr>
        <p:spPr>
          <a:xfrm rot="18589301">
            <a:off x="4208455" y="-3518645"/>
            <a:ext cx="7744528" cy="7744528"/>
          </a:xfrm>
          <a:prstGeom prst="chord">
            <a:avLst>
              <a:gd name="adj1" fmla="val 2700000"/>
              <a:gd name="adj2" fmla="val 14115909"/>
            </a:avLst>
          </a:prstGeom>
          <a:gradFill>
            <a:gsLst>
              <a:gs pos="62000">
                <a:srgbClr val="0559FA"/>
              </a:gs>
              <a:gs pos="1000">
                <a:srgbClr val="2F40E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13" name="Subtitle 2">
            <a:extLst>
              <a:ext uri="{FF2B5EF4-FFF2-40B4-BE49-F238E27FC236}">
                <a16:creationId xmlns:a16="http://schemas.microsoft.com/office/drawing/2014/main" id="{CC485FCC-707A-57F4-A882-911C00D16AAE}"/>
              </a:ext>
            </a:extLst>
          </p:cNvPr>
          <p:cNvSpPr>
            <a:spLocks noGrp="1"/>
          </p:cNvSpPr>
          <p:nvPr>
            <p:ph type="subTitle" idx="1"/>
          </p:nvPr>
        </p:nvSpPr>
        <p:spPr>
          <a:xfrm>
            <a:off x="448833" y="4262848"/>
            <a:ext cx="5911483" cy="692641"/>
          </a:xfrm>
          <a:prstGeom prst="rect">
            <a:avLst/>
          </a:prstGeom>
        </p:spPr>
        <p:txBody>
          <a:bodyPr lIns="45720"/>
          <a:lstStyle>
            <a:lvl1pPr marL="0" indent="0" algn="l">
              <a:buNone/>
              <a:defRPr sz="2800" b="0" i="0">
                <a:solidFill>
                  <a:schemeClr val="bg1"/>
                </a:solidFill>
                <a:latin typeface="Gelion"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15" name="Picture Placeholder 5">
            <a:extLst>
              <a:ext uri="{FF2B5EF4-FFF2-40B4-BE49-F238E27FC236}">
                <a16:creationId xmlns:a16="http://schemas.microsoft.com/office/drawing/2014/main" id="{154E35F6-7841-5C2A-F54A-813DFAEB6927}"/>
              </a:ext>
            </a:extLst>
          </p:cNvPr>
          <p:cNvSpPr>
            <a:spLocks noGrp="1"/>
          </p:cNvSpPr>
          <p:nvPr>
            <p:ph type="pic" sz="quarter" idx="13"/>
          </p:nvPr>
        </p:nvSpPr>
        <p:spPr>
          <a:xfrm>
            <a:off x="7120822" y="1491621"/>
            <a:ext cx="6218685" cy="6093401"/>
          </a:xfrm>
          <a:prstGeom prst="ellipse">
            <a:avLst/>
          </a:prstGeom>
          <a:noFill/>
          <a:ln w="25400">
            <a:noFill/>
          </a:ln>
        </p:spPr>
        <p:txBody>
          <a:bodyPr/>
          <a:lstStyle>
            <a:lvl1pPr marL="0" indent="0">
              <a:buNone/>
              <a:defRPr/>
            </a:lvl1pPr>
          </a:lstStyle>
          <a:p>
            <a:r>
              <a:rPr lang="en-GB"/>
              <a:t>Click icon to add picture</a:t>
            </a:r>
            <a:endParaRPr lang="en-US"/>
          </a:p>
        </p:txBody>
      </p:sp>
      <p:pic>
        <p:nvPicPr>
          <p:cNvPr id="17" name="Picture 16">
            <a:extLst>
              <a:ext uri="{FF2B5EF4-FFF2-40B4-BE49-F238E27FC236}">
                <a16:creationId xmlns:a16="http://schemas.microsoft.com/office/drawing/2014/main" id="{39EAA28D-407E-A7D9-8E88-DDA5176F37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8833" y="281613"/>
            <a:ext cx="1399425" cy="462365"/>
          </a:xfrm>
          <a:prstGeom prst="rect">
            <a:avLst/>
          </a:prstGeom>
        </p:spPr>
      </p:pic>
      <p:sp>
        <p:nvSpPr>
          <p:cNvPr id="18" name="Title 1">
            <a:extLst>
              <a:ext uri="{FF2B5EF4-FFF2-40B4-BE49-F238E27FC236}">
                <a16:creationId xmlns:a16="http://schemas.microsoft.com/office/drawing/2014/main" id="{FAECC4C7-5DAC-7690-CFDB-365B101F2ED6}"/>
              </a:ext>
            </a:extLst>
          </p:cNvPr>
          <p:cNvSpPr txBox="1">
            <a:spLocks/>
          </p:cNvSpPr>
          <p:nvPr userDrawn="1"/>
        </p:nvSpPr>
        <p:spPr>
          <a:xfrm>
            <a:off x="8880316" y="332390"/>
            <a:ext cx="2862851" cy="411589"/>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800" b="1" i="0" spc="0" dirty="0">
                <a:solidFill>
                  <a:schemeClr val="bg1"/>
                </a:solidFill>
                <a:latin typeface="Gelion Semi Bold" pitchFamily="2" charset="77"/>
                <a:ea typeface="Poppins"/>
                <a:cs typeface="Poppins"/>
                <a:sym typeface="Poppins"/>
              </a:rPr>
              <a:t>For People, By People</a:t>
            </a:r>
            <a:endParaRPr lang="en-US" sz="1800" b="1" i="0" spc="0" dirty="0">
              <a:solidFill>
                <a:schemeClr val="bg1"/>
              </a:solidFill>
              <a:latin typeface="Gelion Semi Bold" pitchFamily="2" charset="77"/>
            </a:endParaRPr>
          </a:p>
        </p:txBody>
      </p:sp>
      <p:sp>
        <p:nvSpPr>
          <p:cNvPr id="2" name="Title 1">
            <a:extLst>
              <a:ext uri="{FF2B5EF4-FFF2-40B4-BE49-F238E27FC236}">
                <a16:creationId xmlns:a16="http://schemas.microsoft.com/office/drawing/2014/main" id="{FFB8A5A9-4A6F-6DFC-8845-28326828D771}"/>
              </a:ext>
            </a:extLst>
          </p:cNvPr>
          <p:cNvSpPr>
            <a:spLocks noGrp="1"/>
          </p:cNvSpPr>
          <p:nvPr>
            <p:ph type="ctrTitle"/>
          </p:nvPr>
        </p:nvSpPr>
        <p:spPr>
          <a:xfrm>
            <a:off x="448833" y="1798731"/>
            <a:ext cx="6375816" cy="1965975"/>
          </a:xfrm>
          <a:prstGeom prst="rect">
            <a:avLst/>
          </a:prstGeom>
        </p:spPr>
        <p:txBody>
          <a:bodyPr lIns="0" anchor="b"/>
          <a:lstStyle>
            <a:lvl1pPr algn="l">
              <a:lnSpc>
                <a:spcPct val="100000"/>
              </a:lnSpc>
              <a:defRPr sz="5400" b="1" i="0">
                <a:solidFill>
                  <a:schemeClr val="bg1"/>
                </a:solidFill>
                <a:latin typeface="+mj-lt"/>
              </a:defRPr>
            </a:lvl1pPr>
          </a:lstStyle>
          <a:p>
            <a:r>
              <a:rPr lang="en-GB" dirty="0"/>
              <a:t>Click to edit Master title style</a:t>
            </a:r>
            <a:endParaRPr lang="en-US" dirty="0"/>
          </a:p>
        </p:txBody>
      </p:sp>
      <p:sp>
        <p:nvSpPr>
          <p:cNvPr id="6" name="TextBox 5">
            <a:extLst>
              <a:ext uri="{FF2B5EF4-FFF2-40B4-BE49-F238E27FC236}">
                <a16:creationId xmlns:a16="http://schemas.microsoft.com/office/drawing/2014/main" id="{71D87311-331F-DD72-092A-96A8FE59CCFA}"/>
              </a:ext>
            </a:extLst>
          </p:cNvPr>
          <p:cNvSpPr txBox="1"/>
          <p:nvPr userDrawn="1"/>
        </p:nvSpPr>
        <p:spPr>
          <a:xfrm>
            <a:off x="448834" y="6555659"/>
            <a:ext cx="6218686"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1"/>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1"/>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1"/>
              </a:solidFill>
              <a:effectLst/>
              <a:latin typeface="Gelion" pitchFamily="2" charset="77"/>
              <a:ea typeface="DengXian" panose="02010600030101010101" pitchFamily="2" charset="-122"/>
              <a:cs typeface="Arial" panose="020B0604020202020204" pitchFamily="34" charset="0"/>
            </a:endParaRPr>
          </a:p>
        </p:txBody>
      </p:sp>
    </p:spTree>
    <p:extLst>
      <p:ext uri="{BB962C8B-B14F-4D97-AF65-F5344CB8AC3E}">
        <p14:creationId xmlns:p14="http://schemas.microsoft.com/office/powerpoint/2010/main" val="3833045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aster_Cover_0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BF415C3-5F8C-2CC4-C4A2-917ACBF25F54}"/>
              </a:ext>
            </a:extLst>
          </p:cNvPr>
          <p:cNvSpPr/>
          <p:nvPr userDrawn="1"/>
        </p:nvSpPr>
        <p:spPr>
          <a:xfrm rot="16200000">
            <a:off x="2666999" y="-2666999"/>
            <a:ext cx="6858002" cy="12192000"/>
          </a:xfrm>
          <a:prstGeom prst="rect">
            <a:avLst/>
          </a:prstGeom>
          <a:gradFill flip="none" rotWithShape="1">
            <a:gsLst>
              <a:gs pos="83000">
                <a:schemeClr val="accent3"/>
              </a:gs>
              <a:gs pos="50000">
                <a:schemeClr val="accent1"/>
              </a:gs>
              <a:gs pos="14000">
                <a:srgbClr val="2F40EF"/>
              </a:gs>
              <a:gs pos="0">
                <a:srgbClr val="1E046A"/>
              </a:gs>
            </a:gsLst>
            <a:lin ang="9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Chord 20">
            <a:extLst>
              <a:ext uri="{FF2B5EF4-FFF2-40B4-BE49-F238E27FC236}">
                <a16:creationId xmlns:a16="http://schemas.microsoft.com/office/drawing/2014/main" id="{730E062F-3003-AC07-48F8-E03C96E063DC}"/>
              </a:ext>
            </a:extLst>
          </p:cNvPr>
          <p:cNvSpPr/>
          <p:nvPr userDrawn="1"/>
        </p:nvSpPr>
        <p:spPr>
          <a:xfrm rot="18589301">
            <a:off x="4208455" y="-3523832"/>
            <a:ext cx="7744528" cy="7744528"/>
          </a:xfrm>
          <a:prstGeom prst="chord">
            <a:avLst>
              <a:gd name="adj1" fmla="val 2700000"/>
              <a:gd name="adj2" fmla="val 14115909"/>
            </a:avLst>
          </a:prstGeom>
          <a:gradFill>
            <a:gsLst>
              <a:gs pos="62000">
                <a:srgbClr val="0559FA"/>
              </a:gs>
              <a:gs pos="1000">
                <a:srgbClr val="2F40E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13" name="Subtitle 2">
            <a:extLst>
              <a:ext uri="{FF2B5EF4-FFF2-40B4-BE49-F238E27FC236}">
                <a16:creationId xmlns:a16="http://schemas.microsoft.com/office/drawing/2014/main" id="{CC485FCC-707A-57F4-A882-911C00D16AAE}"/>
              </a:ext>
            </a:extLst>
          </p:cNvPr>
          <p:cNvSpPr>
            <a:spLocks noGrp="1"/>
          </p:cNvSpPr>
          <p:nvPr>
            <p:ph type="subTitle" idx="1"/>
          </p:nvPr>
        </p:nvSpPr>
        <p:spPr>
          <a:xfrm>
            <a:off x="448833" y="4262848"/>
            <a:ext cx="5911483" cy="692641"/>
          </a:xfrm>
          <a:prstGeom prst="rect">
            <a:avLst/>
          </a:prstGeom>
        </p:spPr>
        <p:txBody>
          <a:bodyPr lIns="45720"/>
          <a:lstStyle>
            <a:lvl1pPr marL="0" indent="0" algn="l">
              <a:buNone/>
              <a:defRPr sz="2800" b="0" i="0">
                <a:solidFill>
                  <a:schemeClr val="bg1"/>
                </a:solidFill>
                <a:latin typeface="Gelion"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pic>
        <p:nvPicPr>
          <p:cNvPr id="17" name="Picture 16">
            <a:extLst>
              <a:ext uri="{FF2B5EF4-FFF2-40B4-BE49-F238E27FC236}">
                <a16:creationId xmlns:a16="http://schemas.microsoft.com/office/drawing/2014/main" id="{39EAA28D-407E-A7D9-8E88-DDA5176F37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8833" y="281613"/>
            <a:ext cx="1399425" cy="462365"/>
          </a:xfrm>
          <a:prstGeom prst="rect">
            <a:avLst/>
          </a:prstGeom>
        </p:spPr>
      </p:pic>
      <p:sp>
        <p:nvSpPr>
          <p:cNvPr id="18" name="Title 1">
            <a:extLst>
              <a:ext uri="{FF2B5EF4-FFF2-40B4-BE49-F238E27FC236}">
                <a16:creationId xmlns:a16="http://schemas.microsoft.com/office/drawing/2014/main" id="{FAECC4C7-5DAC-7690-CFDB-365B101F2ED6}"/>
              </a:ext>
            </a:extLst>
          </p:cNvPr>
          <p:cNvSpPr txBox="1">
            <a:spLocks/>
          </p:cNvSpPr>
          <p:nvPr userDrawn="1"/>
        </p:nvSpPr>
        <p:spPr>
          <a:xfrm>
            <a:off x="8880316" y="332390"/>
            <a:ext cx="2862851" cy="411589"/>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800" b="1" i="0" spc="0" dirty="0">
                <a:solidFill>
                  <a:schemeClr val="bg1"/>
                </a:solidFill>
                <a:latin typeface="Gelion Semi Bold" pitchFamily="2" charset="77"/>
                <a:ea typeface="Poppins"/>
                <a:cs typeface="Poppins"/>
                <a:sym typeface="Poppins"/>
              </a:rPr>
              <a:t>For People, By People</a:t>
            </a:r>
            <a:endParaRPr lang="en-US" sz="1800" b="1" i="0" spc="0" dirty="0">
              <a:solidFill>
                <a:schemeClr val="bg1"/>
              </a:solidFill>
              <a:latin typeface="Gelion Semi Bold" pitchFamily="2" charset="77"/>
            </a:endParaRPr>
          </a:p>
        </p:txBody>
      </p:sp>
      <p:sp>
        <p:nvSpPr>
          <p:cNvPr id="2" name="Picture Placeholder 5">
            <a:extLst>
              <a:ext uri="{FF2B5EF4-FFF2-40B4-BE49-F238E27FC236}">
                <a16:creationId xmlns:a16="http://schemas.microsoft.com/office/drawing/2014/main" id="{141F42F1-63D4-1859-6370-9C3B08BFA8E5}"/>
              </a:ext>
            </a:extLst>
          </p:cNvPr>
          <p:cNvSpPr>
            <a:spLocks noGrp="1"/>
          </p:cNvSpPr>
          <p:nvPr>
            <p:ph type="pic" sz="quarter" idx="13"/>
          </p:nvPr>
        </p:nvSpPr>
        <p:spPr>
          <a:xfrm>
            <a:off x="7120822" y="1491621"/>
            <a:ext cx="6218685" cy="6093401"/>
          </a:xfrm>
          <a:prstGeom prst="ellipse">
            <a:avLst/>
          </a:prstGeom>
          <a:noFill/>
          <a:ln w="25400">
            <a:noFill/>
          </a:ln>
        </p:spPr>
        <p:txBody>
          <a:bodyPr/>
          <a:lstStyle>
            <a:lvl1pPr marL="0" indent="0">
              <a:buNone/>
              <a:defRPr/>
            </a:lvl1pPr>
          </a:lstStyle>
          <a:p>
            <a:r>
              <a:rPr lang="en-GB"/>
              <a:t>Click icon to add picture</a:t>
            </a:r>
            <a:endParaRPr lang="en-US"/>
          </a:p>
        </p:txBody>
      </p:sp>
      <p:sp>
        <p:nvSpPr>
          <p:cNvPr id="3" name="Title 1">
            <a:extLst>
              <a:ext uri="{FF2B5EF4-FFF2-40B4-BE49-F238E27FC236}">
                <a16:creationId xmlns:a16="http://schemas.microsoft.com/office/drawing/2014/main" id="{F67EC2CB-EAB4-AA21-EABE-103510A8AA5E}"/>
              </a:ext>
            </a:extLst>
          </p:cNvPr>
          <p:cNvSpPr>
            <a:spLocks noGrp="1"/>
          </p:cNvSpPr>
          <p:nvPr>
            <p:ph type="ctrTitle"/>
          </p:nvPr>
        </p:nvSpPr>
        <p:spPr>
          <a:xfrm>
            <a:off x="448833" y="1798731"/>
            <a:ext cx="6375816" cy="1965975"/>
          </a:xfrm>
          <a:prstGeom prst="rect">
            <a:avLst/>
          </a:prstGeom>
        </p:spPr>
        <p:txBody>
          <a:bodyPr lIns="0" anchor="b"/>
          <a:lstStyle>
            <a:lvl1pPr algn="l">
              <a:lnSpc>
                <a:spcPct val="100000"/>
              </a:lnSpc>
              <a:defRPr sz="5400" b="1" i="0">
                <a:solidFill>
                  <a:schemeClr val="bg1"/>
                </a:solidFill>
                <a:latin typeface="+mj-lt"/>
              </a:defRPr>
            </a:lvl1pPr>
          </a:lstStyle>
          <a:p>
            <a:r>
              <a:rPr lang="en-GB" dirty="0"/>
              <a:t>Click to edit Master title style</a:t>
            </a:r>
            <a:endParaRPr lang="en-US" dirty="0"/>
          </a:p>
        </p:txBody>
      </p:sp>
      <p:sp>
        <p:nvSpPr>
          <p:cNvPr id="6" name="TextBox 5">
            <a:extLst>
              <a:ext uri="{FF2B5EF4-FFF2-40B4-BE49-F238E27FC236}">
                <a16:creationId xmlns:a16="http://schemas.microsoft.com/office/drawing/2014/main" id="{21A78F6C-ABAD-AA71-9FA7-DD2A691A52D1}"/>
              </a:ext>
            </a:extLst>
          </p:cNvPr>
          <p:cNvSpPr txBox="1"/>
          <p:nvPr userDrawn="1"/>
        </p:nvSpPr>
        <p:spPr>
          <a:xfrm>
            <a:off x="448834" y="6555659"/>
            <a:ext cx="6218686"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1"/>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1"/>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1"/>
              </a:solidFill>
              <a:effectLst/>
              <a:latin typeface="Gelion" pitchFamily="2" charset="77"/>
              <a:ea typeface="DengXian" panose="02010600030101010101" pitchFamily="2" charset="-122"/>
              <a:cs typeface="Arial" panose="020B0604020202020204" pitchFamily="34" charset="0"/>
            </a:endParaRPr>
          </a:p>
        </p:txBody>
      </p:sp>
    </p:spTree>
    <p:extLst>
      <p:ext uri="{BB962C8B-B14F-4D97-AF65-F5344CB8AC3E}">
        <p14:creationId xmlns:p14="http://schemas.microsoft.com/office/powerpoint/2010/main" val="2745530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aster_Cover_03">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BF415C3-5F8C-2CC4-C4A2-917ACBF25F54}"/>
              </a:ext>
            </a:extLst>
          </p:cNvPr>
          <p:cNvSpPr/>
          <p:nvPr userDrawn="1"/>
        </p:nvSpPr>
        <p:spPr>
          <a:xfrm rot="16200000">
            <a:off x="2666999" y="-2666999"/>
            <a:ext cx="6858002" cy="12192000"/>
          </a:xfrm>
          <a:prstGeom prst="rect">
            <a:avLst/>
          </a:prstGeom>
          <a:gradFill flip="none" rotWithShape="1">
            <a:gsLst>
              <a:gs pos="100000">
                <a:srgbClr val="5827E3"/>
              </a:gs>
              <a:gs pos="62000">
                <a:srgbClr val="0559FA"/>
              </a:gs>
              <a:gs pos="15000">
                <a:srgbClr val="2F40EF"/>
              </a:gs>
              <a:gs pos="0">
                <a:srgbClr val="1E046A"/>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Chord 20">
            <a:extLst>
              <a:ext uri="{FF2B5EF4-FFF2-40B4-BE49-F238E27FC236}">
                <a16:creationId xmlns:a16="http://schemas.microsoft.com/office/drawing/2014/main" id="{730E062F-3003-AC07-48F8-E03C96E063DC}"/>
              </a:ext>
            </a:extLst>
          </p:cNvPr>
          <p:cNvSpPr/>
          <p:nvPr userDrawn="1"/>
        </p:nvSpPr>
        <p:spPr>
          <a:xfrm rot="18589301">
            <a:off x="3899712" y="-3518645"/>
            <a:ext cx="7744528" cy="7744528"/>
          </a:xfrm>
          <a:prstGeom prst="chord">
            <a:avLst>
              <a:gd name="adj1" fmla="val 2700000"/>
              <a:gd name="adj2" fmla="val 14115909"/>
            </a:avLst>
          </a:prstGeom>
          <a:gradFill>
            <a:gsLst>
              <a:gs pos="62000">
                <a:srgbClr val="0559FA"/>
              </a:gs>
              <a:gs pos="1000">
                <a:srgbClr val="2F40E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13" name="Subtitle 2">
            <a:extLst>
              <a:ext uri="{FF2B5EF4-FFF2-40B4-BE49-F238E27FC236}">
                <a16:creationId xmlns:a16="http://schemas.microsoft.com/office/drawing/2014/main" id="{CC485FCC-707A-57F4-A882-911C00D16AAE}"/>
              </a:ext>
            </a:extLst>
          </p:cNvPr>
          <p:cNvSpPr>
            <a:spLocks noGrp="1"/>
          </p:cNvSpPr>
          <p:nvPr>
            <p:ph type="subTitle" idx="1"/>
          </p:nvPr>
        </p:nvSpPr>
        <p:spPr>
          <a:xfrm>
            <a:off x="448833" y="4262848"/>
            <a:ext cx="5911483" cy="692641"/>
          </a:xfrm>
          <a:prstGeom prst="rect">
            <a:avLst/>
          </a:prstGeom>
        </p:spPr>
        <p:txBody>
          <a:bodyPr lIns="45720"/>
          <a:lstStyle>
            <a:lvl1pPr marL="0" indent="0" algn="l">
              <a:buNone/>
              <a:defRPr sz="2800" b="0" i="0">
                <a:solidFill>
                  <a:schemeClr val="bg1"/>
                </a:solidFill>
                <a:latin typeface="Gelion"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15" name="Picture Placeholder 5">
            <a:extLst>
              <a:ext uri="{FF2B5EF4-FFF2-40B4-BE49-F238E27FC236}">
                <a16:creationId xmlns:a16="http://schemas.microsoft.com/office/drawing/2014/main" id="{154E35F6-7841-5C2A-F54A-813DFAEB6927}"/>
              </a:ext>
            </a:extLst>
          </p:cNvPr>
          <p:cNvSpPr>
            <a:spLocks noGrp="1"/>
          </p:cNvSpPr>
          <p:nvPr>
            <p:ph type="pic" sz="quarter" idx="13"/>
          </p:nvPr>
        </p:nvSpPr>
        <p:spPr>
          <a:xfrm>
            <a:off x="7457704" y="1491621"/>
            <a:ext cx="6218685" cy="6093401"/>
          </a:xfrm>
          <a:prstGeom prst="ellipse">
            <a:avLst/>
          </a:prstGeom>
          <a:noFill/>
          <a:ln w="25400">
            <a:noFill/>
          </a:ln>
        </p:spPr>
        <p:txBody>
          <a:bodyPr/>
          <a:lstStyle>
            <a:lvl1pPr marL="0" indent="0">
              <a:buNone/>
              <a:defRPr/>
            </a:lvl1pPr>
          </a:lstStyle>
          <a:p>
            <a:r>
              <a:rPr lang="en-GB"/>
              <a:t>Click icon to add picture</a:t>
            </a:r>
            <a:endParaRPr lang="en-US"/>
          </a:p>
        </p:txBody>
      </p:sp>
      <p:pic>
        <p:nvPicPr>
          <p:cNvPr id="17" name="Picture 16">
            <a:extLst>
              <a:ext uri="{FF2B5EF4-FFF2-40B4-BE49-F238E27FC236}">
                <a16:creationId xmlns:a16="http://schemas.microsoft.com/office/drawing/2014/main" id="{39EAA28D-407E-A7D9-8E88-DDA5176F37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8833" y="281613"/>
            <a:ext cx="1399425" cy="462365"/>
          </a:xfrm>
          <a:prstGeom prst="rect">
            <a:avLst/>
          </a:prstGeom>
        </p:spPr>
      </p:pic>
      <p:sp>
        <p:nvSpPr>
          <p:cNvPr id="18" name="Title 1">
            <a:extLst>
              <a:ext uri="{FF2B5EF4-FFF2-40B4-BE49-F238E27FC236}">
                <a16:creationId xmlns:a16="http://schemas.microsoft.com/office/drawing/2014/main" id="{FAECC4C7-5DAC-7690-CFDB-365B101F2ED6}"/>
              </a:ext>
            </a:extLst>
          </p:cNvPr>
          <p:cNvSpPr txBox="1">
            <a:spLocks/>
          </p:cNvSpPr>
          <p:nvPr userDrawn="1"/>
        </p:nvSpPr>
        <p:spPr>
          <a:xfrm>
            <a:off x="8880316" y="332390"/>
            <a:ext cx="2862851" cy="411589"/>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800" b="1" i="0" spc="0" dirty="0">
                <a:solidFill>
                  <a:schemeClr val="bg1"/>
                </a:solidFill>
                <a:latin typeface="Gelion Semi Bold" pitchFamily="2" charset="77"/>
                <a:ea typeface="Poppins"/>
                <a:cs typeface="Poppins"/>
                <a:sym typeface="Poppins"/>
              </a:rPr>
              <a:t>For People, By People</a:t>
            </a:r>
            <a:endParaRPr lang="en-US" sz="1800" b="1" i="0" spc="0" dirty="0">
              <a:solidFill>
                <a:schemeClr val="bg1"/>
              </a:solidFill>
              <a:latin typeface="Gelion Semi Bold" pitchFamily="2" charset="77"/>
            </a:endParaRPr>
          </a:p>
        </p:txBody>
      </p:sp>
      <p:sp>
        <p:nvSpPr>
          <p:cNvPr id="20" name="Block Arc 19">
            <a:extLst>
              <a:ext uri="{FF2B5EF4-FFF2-40B4-BE49-F238E27FC236}">
                <a16:creationId xmlns:a16="http://schemas.microsoft.com/office/drawing/2014/main" id="{F76BC7EF-BBBC-713D-BC49-448B645B405B}"/>
              </a:ext>
            </a:extLst>
          </p:cNvPr>
          <p:cNvSpPr/>
          <p:nvPr userDrawn="1"/>
        </p:nvSpPr>
        <p:spPr>
          <a:xfrm rot="514732">
            <a:off x="6922333" y="946243"/>
            <a:ext cx="7137343" cy="7137343"/>
          </a:xfrm>
          <a:prstGeom prst="blockArc">
            <a:avLst>
              <a:gd name="adj1" fmla="val 10858662"/>
              <a:gd name="adj2" fmla="val 13635880"/>
              <a:gd name="adj3" fmla="val 4558"/>
            </a:avLst>
          </a:prstGeom>
          <a:solidFill>
            <a:srgbClr val="FF59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6EA29C7D-B3E3-A62F-1D3D-D1072C4F42CD}"/>
              </a:ext>
            </a:extLst>
          </p:cNvPr>
          <p:cNvSpPr>
            <a:spLocks noGrp="1"/>
          </p:cNvSpPr>
          <p:nvPr>
            <p:ph type="ctrTitle"/>
          </p:nvPr>
        </p:nvSpPr>
        <p:spPr>
          <a:xfrm>
            <a:off x="448833" y="1798731"/>
            <a:ext cx="6375816" cy="1965975"/>
          </a:xfrm>
          <a:prstGeom prst="rect">
            <a:avLst/>
          </a:prstGeom>
        </p:spPr>
        <p:txBody>
          <a:bodyPr lIns="0" anchor="b"/>
          <a:lstStyle>
            <a:lvl1pPr algn="l">
              <a:lnSpc>
                <a:spcPct val="100000"/>
              </a:lnSpc>
              <a:defRPr sz="5400" b="1" i="0">
                <a:solidFill>
                  <a:schemeClr val="bg1"/>
                </a:solidFill>
                <a:latin typeface="+mj-lt"/>
              </a:defRPr>
            </a:lvl1pPr>
          </a:lstStyle>
          <a:p>
            <a:r>
              <a:rPr lang="en-GB" dirty="0"/>
              <a:t>Click to edit Master title style</a:t>
            </a:r>
            <a:endParaRPr lang="en-US" dirty="0"/>
          </a:p>
        </p:txBody>
      </p:sp>
      <p:sp>
        <p:nvSpPr>
          <p:cNvPr id="5" name="TextBox 4">
            <a:extLst>
              <a:ext uri="{FF2B5EF4-FFF2-40B4-BE49-F238E27FC236}">
                <a16:creationId xmlns:a16="http://schemas.microsoft.com/office/drawing/2014/main" id="{D9890B04-7C4D-78AC-2D0F-C5A1B1322F18}"/>
              </a:ext>
            </a:extLst>
          </p:cNvPr>
          <p:cNvSpPr txBox="1"/>
          <p:nvPr userDrawn="1"/>
        </p:nvSpPr>
        <p:spPr>
          <a:xfrm>
            <a:off x="448834" y="6555659"/>
            <a:ext cx="6218686"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1"/>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1"/>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1"/>
              </a:solidFill>
              <a:effectLst/>
              <a:latin typeface="Gelion" pitchFamily="2" charset="77"/>
              <a:ea typeface="DengXian" panose="02010600030101010101" pitchFamily="2" charset="-122"/>
              <a:cs typeface="Arial" panose="020B0604020202020204" pitchFamily="34" charset="0"/>
            </a:endParaRPr>
          </a:p>
        </p:txBody>
      </p:sp>
    </p:spTree>
    <p:extLst>
      <p:ext uri="{BB962C8B-B14F-4D97-AF65-F5344CB8AC3E}">
        <p14:creationId xmlns:p14="http://schemas.microsoft.com/office/powerpoint/2010/main" val="2853211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ster_Cover_04">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BF415C3-5F8C-2CC4-C4A2-917ACBF25F54}"/>
              </a:ext>
            </a:extLst>
          </p:cNvPr>
          <p:cNvSpPr/>
          <p:nvPr userDrawn="1"/>
        </p:nvSpPr>
        <p:spPr>
          <a:xfrm rot="16200000">
            <a:off x="2666999" y="-2666999"/>
            <a:ext cx="6858002" cy="12192000"/>
          </a:xfrm>
          <a:prstGeom prst="rect">
            <a:avLst/>
          </a:prstGeom>
          <a:gradFill flip="none" rotWithShape="1">
            <a:gsLst>
              <a:gs pos="100000">
                <a:srgbClr val="5827E3"/>
              </a:gs>
              <a:gs pos="62000">
                <a:srgbClr val="0559FA"/>
              </a:gs>
              <a:gs pos="15000">
                <a:srgbClr val="2F40EF"/>
              </a:gs>
              <a:gs pos="0">
                <a:srgbClr val="1E046A"/>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Chord 1">
            <a:extLst>
              <a:ext uri="{FF2B5EF4-FFF2-40B4-BE49-F238E27FC236}">
                <a16:creationId xmlns:a16="http://schemas.microsoft.com/office/drawing/2014/main" id="{5DB8089F-9244-E3D2-0B7C-DE629958C443}"/>
              </a:ext>
            </a:extLst>
          </p:cNvPr>
          <p:cNvSpPr/>
          <p:nvPr userDrawn="1"/>
        </p:nvSpPr>
        <p:spPr>
          <a:xfrm rot="18589301">
            <a:off x="3899712" y="-3518645"/>
            <a:ext cx="7744528" cy="7744528"/>
          </a:xfrm>
          <a:prstGeom prst="chord">
            <a:avLst>
              <a:gd name="adj1" fmla="val 2700000"/>
              <a:gd name="adj2" fmla="val 14115909"/>
            </a:avLst>
          </a:prstGeom>
          <a:gradFill>
            <a:gsLst>
              <a:gs pos="62000">
                <a:srgbClr val="0559FA"/>
              </a:gs>
              <a:gs pos="1000">
                <a:srgbClr val="2F40E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13" name="Subtitle 2">
            <a:extLst>
              <a:ext uri="{FF2B5EF4-FFF2-40B4-BE49-F238E27FC236}">
                <a16:creationId xmlns:a16="http://schemas.microsoft.com/office/drawing/2014/main" id="{CC485FCC-707A-57F4-A882-911C00D16AAE}"/>
              </a:ext>
            </a:extLst>
          </p:cNvPr>
          <p:cNvSpPr>
            <a:spLocks noGrp="1"/>
          </p:cNvSpPr>
          <p:nvPr>
            <p:ph type="subTitle" idx="1"/>
          </p:nvPr>
        </p:nvSpPr>
        <p:spPr>
          <a:xfrm>
            <a:off x="448833" y="4262848"/>
            <a:ext cx="5911483" cy="692641"/>
          </a:xfrm>
          <a:prstGeom prst="rect">
            <a:avLst/>
          </a:prstGeom>
        </p:spPr>
        <p:txBody>
          <a:bodyPr lIns="45720"/>
          <a:lstStyle>
            <a:lvl1pPr marL="0" indent="0" algn="l">
              <a:buNone/>
              <a:defRPr sz="2800" b="0" i="0">
                <a:solidFill>
                  <a:schemeClr val="bg1"/>
                </a:solidFill>
                <a:latin typeface="Gelion"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pic>
        <p:nvPicPr>
          <p:cNvPr id="17" name="Picture 16">
            <a:extLst>
              <a:ext uri="{FF2B5EF4-FFF2-40B4-BE49-F238E27FC236}">
                <a16:creationId xmlns:a16="http://schemas.microsoft.com/office/drawing/2014/main" id="{39EAA28D-407E-A7D9-8E88-DDA5176F37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8833" y="281613"/>
            <a:ext cx="1399425" cy="462365"/>
          </a:xfrm>
          <a:prstGeom prst="rect">
            <a:avLst/>
          </a:prstGeom>
        </p:spPr>
      </p:pic>
      <p:sp>
        <p:nvSpPr>
          <p:cNvPr id="18" name="Title 1">
            <a:extLst>
              <a:ext uri="{FF2B5EF4-FFF2-40B4-BE49-F238E27FC236}">
                <a16:creationId xmlns:a16="http://schemas.microsoft.com/office/drawing/2014/main" id="{FAECC4C7-5DAC-7690-CFDB-365B101F2ED6}"/>
              </a:ext>
            </a:extLst>
          </p:cNvPr>
          <p:cNvSpPr txBox="1">
            <a:spLocks/>
          </p:cNvSpPr>
          <p:nvPr userDrawn="1"/>
        </p:nvSpPr>
        <p:spPr>
          <a:xfrm>
            <a:off x="8880316" y="332390"/>
            <a:ext cx="2862851" cy="411589"/>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800" b="1" i="0" spc="0" dirty="0">
                <a:solidFill>
                  <a:schemeClr val="bg1"/>
                </a:solidFill>
                <a:latin typeface="Gelion Semi Bold" pitchFamily="2" charset="77"/>
                <a:ea typeface="Poppins"/>
                <a:cs typeface="Poppins"/>
                <a:sym typeface="Poppins"/>
              </a:rPr>
              <a:t>For People, By People</a:t>
            </a:r>
            <a:endParaRPr lang="en-US" sz="1800" b="1" i="0" spc="0" dirty="0">
              <a:solidFill>
                <a:schemeClr val="bg1"/>
              </a:solidFill>
              <a:latin typeface="Gelion Semi Bold" pitchFamily="2" charset="77"/>
            </a:endParaRPr>
          </a:p>
        </p:txBody>
      </p:sp>
      <p:sp>
        <p:nvSpPr>
          <p:cNvPr id="3" name="Picture Placeholder 5">
            <a:extLst>
              <a:ext uri="{FF2B5EF4-FFF2-40B4-BE49-F238E27FC236}">
                <a16:creationId xmlns:a16="http://schemas.microsoft.com/office/drawing/2014/main" id="{2B44FDC0-7BE9-446F-9B17-64445304FDA9}"/>
              </a:ext>
            </a:extLst>
          </p:cNvPr>
          <p:cNvSpPr>
            <a:spLocks noGrp="1"/>
          </p:cNvSpPr>
          <p:nvPr>
            <p:ph type="pic" sz="quarter" idx="13"/>
          </p:nvPr>
        </p:nvSpPr>
        <p:spPr>
          <a:xfrm>
            <a:off x="7457704" y="1491621"/>
            <a:ext cx="6218685" cy="6093401"/>
          </a:xfrm>
          <a:prstGeom prst="ellipse">
            <a:avLst/>
          </a:prstGeom>
          <a:noFill/>
          <a:ln w="25400">
            <a:noFill/>
          </a:ln>
        </p:spPr>
        <p:txBody>
          <a:bodyPr/>
          <a:lstStyle>
            <a:lvl1pPr marL="0" indent="0">
              <a:buNone/>
              <a:defRPr/>
            </a:lvl1pPr>
          </a:lstStyle>
          <a:p>
            <a:r>
              <a:rPr lang="en-GB"/>
              <a:t>Click icon to add picture</a:t>
            </a:r>
            <a:endParaRPr lang="en-US"/>
          </a:p>
        </p:txBody>
      </p:sp>
      <p:sp>
        <p:nvSpPr>
          <p:cNvPr id="5" name="Block Arc 4">
            <a:extLst>
              <a:ext uri="{FF2B5EF4-FFF2-40B4-BE49-F238E27FC236}">
                <a16:creationId xmlns:a16="http://schemas.microsoft.com/office/drawing/2014/main" id="{B9EAB486-0AC8-7061-F263-02EFDD63720C}"/>
              </a:ext>
            </a:extLst>
          </p:cNvPr>
          <p:cNvSpPr/>
          <p:nvPr userDrawn="1"/>
        </p:nvSpPr>
        <p:spPr>
          <a:xfrm rot="21362633">
            <a:off x="6922333" y="946243"/>
            <a:ext cx="7137343" cy="7137343"/>
          </a:xfrm>
          <a:prstGeom prst="blockArc">
            <a:avLst>
              <a:gd name="adj1" fmla="val 10858662"/>
              <a:gd name="adj2" fmla="val 13635880"/>
              <a:gd name="adj3" fmla="val 4558"/>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 name="Title 1">
            <a:extLst>
              <a:ext uri="{FF2B5EF4-FFF2-40B4-BE49-F238E27FC236}">
                <a16:creationId xmlns:a16="http://schemas.microsoft.com/office/drawing/2014/main" id="{FEAECABD-6E39-BE09-BE9C-250C5624647B}"/>
              </a:ext>
            </a:extLst>
          </p:cNvPr>
          <p:cNvSpPr>
            <a:spLocks noGrp="1"/>
          </p:cNvSpPr>
          <p:nvPr>
            <p:ph type="ctrTitle"/>
          </p:nvPr>
        </p:nvSpPr>
        <p:spPr>
          <a:xfrm>
            <a:off x="448833" y="1798731"/>
            <a:ext cx="6375816" cy="1965975"/>
          </a:xfrm>
          <a:prstGeom prst="rect">
            <a:avLst/>
          </a:prstGeom>
        </p:spPr>
        <p:txBody>
          <a:bodyPr lIns="0" anchor="b"/>
          <a:lstStyle>
            <a:lvl1pPr algn="l">
              <a:lnSpc>
                <a:spcPct val="100000"/>
              </a:lnSpc>
              <a:defRPr sz="5400" b="1" i="0">
                <a:solidFill>
                  <a:schemeClr val="bg1"/>
                </a:solidFill>
                <a:latin typeface="+mj-lt"/>
              </a:defRPr>
            </a:lvl1pPr>
          </a:lstStyle>
          <a:p>
            <a:r>
              <a:rPr lang="en-GB" dirty="0"/>
              <a:t>Click to edit Master title style</a:t>
            </a:r>
            <a:endParaRPr lang="en-US" dirty="0"/>
          </a:p>
        </p:txBody>
      </p:sp>
      <p:sp>
        <p:nvSpPr>
          <p:cNvPr id="8" name="TextBox 7">
            <a:extLst>
              <a:ext uri="{FF2B5EF4-FFF2-40B4-BE49-F238E27FC236}">
                <a16:creationId xmlns:a16="http://schemas.microsoft.com/office/drawing/2014/main" id="{B53FBC32-A456-1593-9EA9-F9F75975CB06}"/>
              </a:ext>
            </a:extLst>
          </p:cNvPr>
          <p:cNvSpPr txBox="1"/>
          <p:nvPr userDrawn="1"/>
        </p:nvSpPr>
        <p:spPr>
          <a:xfrm>
            <a:off x="448834" y="6555659"/>
            <a:ext cx="6218686"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1"/>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1"/>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1"/>
              </a:solidFill>
              <a:effectLst/>
              <a:latin typeface="Gelion" pitchFamily="2" charset="77"/>
              <a:ea typeface="DengXian" panose="02010600030101010101" pitchFamily="2" charset="-122"/>
              <a:cs typeface="Arial" panose="020B0604020202020204" pitchFamily="34" charset="0"/>
            </a:endParaRPr>
          </a:p>
        </p:txBody>
      </p:sp>
    </p:spTree>
    <p:extLst>
      <p:ext uri="{BB962C8B-B14F-4D97-AF65-F5344CB8AC3E}">
        <p14:creationId xmlns:p14="http://schemas.microsoft.com/office/powerpoint/2010/main" val="310377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Master_Cover_05">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CCF313-3F6D-7FD0-B3C6-108D1621B0BD}"/>
              </a:ext>
            </a:extLst>
          </p:cNvPr>
          <p:cNvSpPr/>
          <p:nvPr userDrawn="1"/>
        </p:nvSpPr>
        <p:spPr>
          <a:xfrm rot="16200000">
            <a:off x="2666999" y="-2666999"/>
            <a:ext cx="6858002" cy="12192000"/>
          </a:xfrm>
          <a:prstGeom prst="rect">
            <a:avLst/>
          </a:prstGeom>
          <a:gradFill flip="none" rotWithShape="1">
            <a:gsLst>
              <a:gs pos="100000">
                <a:srgbClr val="5827E3"/>
              </a:gs>
              <a:gs pos="62000">
                <a:srgbClr val="0559FA"/>
              </a:gs>
              <a:gs pos="15000">
                <a:srgbClr val="2F40EF"/>
              </a:gs>
              <a:gs pos="0">
                <a:srgbClr val="1E046A"/>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Chord 34">
            <a:extLst>
              <a:ext uri="{FF2B5EF4-FFF2-40B4-BE49-F238E27FC236}">
                <a16:creationId xmlns:a16="http://schemas.microsoft.com/office/drawing/2014/main" id="{7AE826DC-3B8E-BA6F-F1A4-314D3E70147F}"/>
              </a:ext>
            </a:extLst>
          </p:cNvPr>
          <p:cNvSpPr/>
          <p:nvPr userDrawn="1"/>
        </p:nvSpPr>
        <p:spPr>
          <a:xfrm rot="18589301">
            <a:off x="3899712" y="-3518645"/>
            <a:ext cx="7744528" cy="7744528"/>
          </a:xfrm>
          <a:prstGeom prst="chord">
            <a:avLst>
              <a:gd name="adj1" fmla="val 2700000"/>
              <a:gd name="adj2" fmla="val 14115909"/>
            </a:avLst>
          </a:prstGeom>
          <a:gradFill>
            <a:gsLst>
              <a:gs pos="62000">
                <a:srgbClr val="0559FA"/>
              </a:gs>
              <a:gs pos="1000">
                <a:srgbClr val="2F40E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30" name="Oval 29">
            <a:extLst>
              <a:ext uri="{FF2B5EF4-FFF2-40B4-BE49-F238E27FC236}">
                <a16:creationId xmlns:a16="http://schemas.microsoft.com/office/drawing/2014/main" id="{9801B2DF-94CA-CB71-666A-F5B0DEFA6DE6}"/>
              </a:ext>
            </a:extLst>
          </p:cNvPr>
          <p:cNvSpPr/>
          <p:nvPr userDrawn="1"/>
        </p:nvSpPr>
        <p:spPr>
          <a:xfrm>
            <a:off x="7417092" y="1427760"/>
            <a:ext cx="6074130" cy="607413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ubtitle 2">
            <a:extLst>
              <a:ext uri="{FF2B5EF4-FFF2-40B4-BE49-F238E27FC236}">
                <a16:creationId xmlns:a16="http://schemas.microsoft.com/office/drawing/2014/main" id="{932798F3-E5CA-5716-C96D-F9C3DA60F03F}"/>
              </a:ext>
            </a:extLst>
          </p:cNvPr>
          <p:cNvSpPr>
            <a:spLocks noGrp="1"/>
          </p:cNvSpPr>
          <p:nvPr>
            <p:ph type="subTitle" idx="1"/>
          </p:nvPr>
        </p:nvSpPr>
        <p:spPr>
          <a:xfrm>
            <a:off x="448833" y="4262848"/>
            <a:ext cx="5911483" cy="692641"/>
          </a:xfrm>
          <a:prstGeom prst="rect">
            <a:avLst/>
          </a:prstGeom>
        </p:spPr>
        <p:txBody>
          <a:bodyPr lIns="45720"/>
          <a:lstStyle>
            <a:lvl1pPr marL="0" indent="0" algn="l">
              <a:buNone/>
              <a:defRPr sz="2800" b="0" i="0">
                <a:solidFill>
                  <a:schemeClr val="bg1"/>
                </a:solidFill>
                <a:latin typeface="Gelion"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3" name="Picture Placeholder 5">
            <a:extLst>
              <a:ext uri="{FF2B5EF4-FFF2-40B4-BE49-F238E27FC236}">
                <a16:creationId xmlns:a16="http://schemas.microsoft.com/office/drawing/2014/main" id="{A5F834B3-49F9-0562-833C-CE6EAE9BDB6E}"/>
              </a:ext>
            </a:extLst>
          </p:cNvPr>
          <p:cNvSpPr>
            <a:spLocks noGrp="1"/>
          </p:cNvSpPr>
          <p:nvPr>
            <p:ph type="pic" sz="quarter" idx="13"/>
          </p:nvPr>
        </p:nvSpPr>
        <p:spPr>
          <a:xfrm>
            <a:off x="7577771" y="1768883"/>
            <a:ext cx="5911483" cy="5792388"/>
          </a:xfrm>
          <a:prstGeom prst="ellipse">
            <a:avLst/>
          </a:prstGeom>
          <a:noFill/>
          <a:ln w="25400">
            <a:noFill/>
          </a:ln>
        </p:spPr>
        <p:txBody>
          <a:bodyPr/>
          <a:lstStyle>
            <a:lvl1pPr marL="0" indent="0">
              <a:buNone/>
              <a:defRPr/>
            </a:lvl1pPr>
          </a:lstStyle>
          <a:p>
            <a:r>
              <a:rPr lang="en-GB" dirty="0"/>
              <a:t>Click icon to add picture</a:t>
            </a:r>
            <a:endParaRPr lang="en-US" dirty="0"/>
          </a:p>
        </p:txBody>
      </p:sp>
      <p:pic>
        <p:nvPicPr>
          <p:cNvPr id="25" name="Picture 24">
            <a:extLst>
              <a:ext uri="{FF2B5EF4-FFF2-40B4-BE49-F238E27FC236}">
                <a16:creationId xmlns:a16="http://schemas.microsoft.com/office/drawing/2014/main" id="{B74907FC-D2D2-B713-912B-0419F9BC3F2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8833" y="281613"/>
            <a:ext cx="1399425" cy="462365"/>
          </a:xfrm>
          <a:prstGeom prst="rect">
            <a:avLst/>
          </a:prstGeom>
        </p:spPr>
      </p:pic>
      <p:sp>
        <p:nvSpPr>
          <p:cNvPr id="26" name="Title 1">
            <a:extLst>
              <a:ext uri="{FF2B5EF4-FFF2-40B4-BE49-F238E27FC236}">
                <a16:creationId xmlns:a16="http://schemas.microsoft.com/office/drawing/2014/main" id="{918B759A-5E87-A539-BABC-7A2323F5FB98}"/>
              </a:ext>
            </a:extLst>
          </p:cNvPr>
          <p:cNvSpPr txBox="1">
            <a:spLocks/>
          </p:cNvSpPr>
          <p:nvPr userDrawn="1"/>
        </p:nvSpPr>
        <p:spPr>
          <a:xfrm>
            <a:off x="8880316" y="332390"/>
            <a:ext cx="2862851" cy="411589"/>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800" b="1" i="0" spc="0" dirty="0">
                <a:solidFill>
                  <a:schemeClr val="bg1"/>
                </a:solidFill>
                <a:latin typeface="Gelion Semi Bold" pitchFamily="2" charset="77"/>
                <a:ea typeface="Poppins"/>
                <a:cs typeface="Poppins"/>
                <a:sym typeface="Poppins"/>
              </a:rPr>
              <a:t>For People, By People</a:t>
            </a:r>
            <a:endParaRPr lang="en-US" sz="1800" b="1" i="0" spc="0" dirty="0">
              <a:solidFill>
                <a:schemeClr val="bg1"/>
              </a:solidFill>
              <a:latin typeface="Gelion Semi Bold" pitchFamily="2" charset="77"/>
            </a:endParaRPr>
          </a:p>
        </p:txBody>
      </p:sp>
      <p:sp>
        <p:nvSpPr>
          <p:cNvPr id="3" name="Title 1">
            <a:extLst>
              <a:ext uri="{FF2B5EF4-FFF2-40B4-BE49-F238E27FC236}">
                <a16:creationId xmlns:a16="http://schemas.microsoft.com/office/drawing/2014/main" id="{A6771D15-8F10-31DD-CCEB-AB2C676B194E}"/>
              </a:ext>
            </a:extLst>
          </p:cNvPr>
          <p:cNvSpPr>
            <a:spLocks noGrp="1"/>
          </p:cNvSpPr>
          <p:nvPr>
            <p:ph type="ctrTitle"/>
          </p:nvPr>
        </p:nvSpPr>
        <p:spPr>
          <a:xfrm>
            <a:off x="448833" y="1798731"/>
            <a:ext cx="6375816" cy="1965975"/>
          </a:xfrm>
          <a:prstGeom prst="rect">
            <a:avLst/>
          </a:prstGeom>
        </p:spPr>
        <p:txBody>
          <a:bodyPr lIns="0" anchor="b"/>
          <a:lstStyle>
            <a:lvl1pPr algn="l">
              <a:lnSpc>
                <a:spcPct val="100000"/>
              </a:lnSpc>
              <a:defRPr sz="5400" b="1" i="0">
                <a:solidFill>
                  <a:schemeClr val="bg1"/>
                </a:solidFill>
                <a:latin typeface="+mj-lt"/>
              </a:defRPr>
            </a:lvl1pPr>
          </a:lstStyle>
          <a:p>
            <a:r>
              <a:rPr lang="en-GB" dirty="0"/>
              <a:t>Click to edit Master title style</a:t>
            </a:r>
            <a:endParaRPr lang="en-US" dirty="0"/>
          </a:p>
        </p:txBody>
      </p:sp>
      <p:sp>
        <p:nvSpPr>
          <p:cNvPr id="6" name="TextBox 5">
            <a:extLst>
              <a:ext uri="{FF2B5EF4-FFF2-40B4-BE49-F238E27FC236}">
                <a16:creationId xmlns:a16="http://schemas.microsoft.com/office/drawing/2014/main" id="{4F30A1BD-F20D-2A28-334C-7C04D9E5BC39}"/>
              </a:ext>
            </a:extLst>
          </p:cNvPr>
          <p:cNvSpPr txBox="1"/>
          <p:nvPr userDrawn="1"/>
        </p:nvSpPr>
        <p:spPr>
          <a:xfrm>
            <a:off x="448834" y="6555659"/>
            <a:ext cx="6218686"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1"/>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1"/>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1"/>
              </a:solidFill>
              <a:effectLst/>
              <a:latin typeface="Gelion" pitchFamily="2" charset="77"/>
              <a:ea typeface="DengXian" panose="02010600030101010101" pitchFamily="2" charset="-122"/>
              <a:cs typeface="Arial" panose="020B0604020202020204" pitchFamily="34" charset="0"/>
            </a:endParaRPr>
          </a:p>
        </p:txBody>
      </p:sp>
    </p:spTree>
    <p:extLst>
      <p:ext uri="{BB962C8B-B14F-4D97-AF65-F5344CB8AC3E}">
        <p14:creationId xmlns:p14="http://schemas.microsoft.com/office/powerpoint/2010/main" val="569774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aster_Cover_06">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F2125E6-6332-F7DD-A031-AFD51A4780B5}"/>
              </a:ext>
            </a:extLst>
          </p:cNvPr>
          <p:cNvSpPr/>
          <p:nvPr userDrawn="1"/>
        </p:nvSpPr>
        <p:spPr>
          <a:xfrm rot="16200000">
            <a:off x="2666999" y="-2666999"/>
            <a:ext cx="6858002" cy="12192000"/>
          </a:xfrm>
          <a:prstGeom prst="rect">
            <a:avLst/>
          </a:prstGeom>
          <a:gradFill flip="none" rotWithShape="1">
            <a:gsLst>
              <a:gs pos="100000">
                <a:srgbClr val="5827E3"/>
              </a:gs>
              <a:gs pos="62000">
                <a:srgbClr val="0559FA"/>
              </a:gs>
              <a:gs pos="15000">
                <a:srgbClr val="2F40EF"/>
              </a:gs>
              <a:gs pos="0">
                <a:srgbClr val="1E046A"/>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hord 2">
            <a:extLst>
              <a:ext uri="{FF2B5EF4-FFF2-40B4-BE49-F238E27FC236}">
                <a16:creationId xmlns:a16="http://schemas.microsoft.com/office/drawing/2014/main" id="{6BD69720-5300-0394-DA42-84DCA7E856A4}"/>
              </a:ext>
            </a:extLst>
          </p:cNvPr>
          <p:cNvSpPr/>
          <p:nvPr userDrawn="1"/>
        </p:nvSpPr>
        <p:spPr>
          <a:xfrm rot="18589301">
            <a:off x="3899712" y="-3518645"/>
            <a:ext cx="7744528" cy="7744528"/>
          </a:xfrm>
          <a:prstGeom prst="chord">
            <a:avLst>
              <a:gd name="adj1" fmla="val 2700000"/>
              <a:gd name="adj2" fmla="val 14115909"/>
            </a:avLst>
          </a:prstGeom>
          <a:gradFill>
            <a:gsLst>
              <a:gs pos="62000">
                <a:srgbClr val="0559FA"/>
              </a:gs>
              <a:gs pos="1000">
                <a:srgbClr val="2F40E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4" name="Oval 3">
            <a:extLst>
              <a:ext uri="{FF2B5EF4-FFF2-40B4-BE49-F238E27FC236}">
                <a16:creationId xmlns:a16="http://schemas.microsoft.com/office/drawing/2014/main" id="{650615E9-FEF0-FEF1-A137-B0EE58F2EE09}"/>
              </a:ext>
            </a:extLst>
          </p:cNvPr>
          <p:cNvSpPr/>
          <p:nvPr userDrawn="1"/>
        </p:nvSpPr>
        <p:spPr>
          <a:xfrm>
            <a:off x="7417092" y="1427760"/>
            <a:ext cx="6074130" cy="607413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ubtitle 2">
            <a:extLst>
              <a:ext uri="{FF2B5EF4-FFF2-40B4-BE49-F238E27FC236}">
                <a16:creationId xmlns:a16="http://schemas.microsoft.com/office/drawing/2014/main" id="{7E04EA70-9702-A172-8665-3688F60CA0A6}"/>
              </a:ext>
            </a:extLst>
          </p:cNvPr>
          <p:cNvSpPr>
            <a:spLocks noGrp="1"/>
          </p:cNvSpPr>
          <p:nvPr>
            <p:ph type="subTitle" idx="1"/>
          </p:nvPr>
        </p:nvSpPr>
        <p:spPr>
          <a:xfrm>
            <a:off x="448833" y="4262848"/>
            <a:ext cx="5911483" cy="692641"/>
          </a:xfrm>
          <a:prstGeom prst="rect">
            <a:avLst/>
          </a:prstGeom>
        </p:spPr>
        <p:txBody>
          <a:bodyPr lIns="45720"/>
          <a:lstStyle>
            <a:lvl1pPr marL="0" indent="0" algn="l">
              <a:buNone/>
              <a:defRPr sz="2800" b="0" i="0">
                <a:solidFill>
                  <a:schemeClr val="bg1"/>
                </a:solidFill>
                <a:latin typeface="Gelion"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7" name="Picture Placeholder 5">
            <a:extLst>
              <a:ext uri="{FF2B5EF4-FFF2-40B4-BE49-F238E27FC236}">
                <a16:creationId xmlns:a16="http://schemas.microsoft.com/office/drawing/2014/main" id="{12DCBD6A-721F-BA7B-10E7-B3A83AA50D50}"/>
              </a:ext>
            </a:extLst>
          </p:cNvPr>
          <p:cNvSpPr>
            <a:spLocks noGrp="1"/>
          </p:cNvSpPr>
          <p:nvPr>
            <p:ph type="pic" sz="quarter" idx="13"/>
          </p:nvPr>
        </p:nvSpPr>
        <p:spPr>
          <a:xfrm>
            <a:off x="7577771" y="1768883"/>
            <a:ext cx="5911483" cy="5792388"/>
          </a:xfrm>
          <a:prstGeom prst="ellipse">
            <a:avLst/>
          </a:prstGeom>
          <a:noFill/>
          <a:ln w="25400">
            <a:noFill/>
          </a:ln>
        </p:spPr>
        <p:txBody>
          <a:bodyPr/>
          <a:lstStyle>
            <a:lvl1pPr marL="0" indent="0">
              <a:buNone/>
              <a:defRPr/>
            </a:lvl1pPr>
          </a:lstStyle>
          <a:p>
            <a:r>
              <a:rPr lang="en-GB" dirty="0"/>
              <a:t>Click icon to add picture</a:t>
            </a:r>
            <a:endParaRPr lang="en-US" dirty="0"/>
          </a:p>
        </p:txBody>
      </p:sp>
      <p:pic>
        <p:nvPicPr>
          <p:cNvPr id="9" name="Picture 8">
            <a:extLst>
              <a:ext uri="{FF2B5EF4-FFF2-40B4-BE49-F238E27FC236}">
                <a16:creationId xmlns:a16="http://schemas.microsoft.com/office/drawing/2014/main" id="{44F1245A-90B1-1439-DE97-8379EFCE4A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8833" y="281613"/>
            <a:ext cx="1399425" cy="462365"/>
          </a:xfrm>
          <a:prstGeom prst="rect">
            <a:avLst/>
          </a:prstGeom>
        </p:spPr>
      </p:pic>
      <p:sp>
        <p:nvSpPr>
          <p:cNvPr id="11" name="Title 1">
            <a:extLst>
              <a:ext uri="{FF2B5EF4-FFF2-40B4-BE49-F238E27FC236}">
                <a16:creationId xmlns:a16="http://schemas.microsoft.com/office/drawing/2014/main" id="{74E8F46A-25C6-5465-E396-0B75C3646774}"/>
              </a:ext>
            </a:extLst>
          </p:cNvPr>
          <p:cNvSpPr txBox="1">
            <a:spLocks/>
          </p:cNvSpPr>
          <p:nvPr userDrawn="1"/>
        </p:nvSpPr>
        <p:spPr>
          <a:xfrm>
            <a:off x="8880316" y="332390"/>
            <a:ext cx="2862851" cy="411589"/>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800" b="1" i="0" spc="0" dirty="0">
                <a:solidFill>
                  <a:schemeClr val="bg1"/>
                </a:solidFill>
                <a:latin typeface="Gelion Semi Bold" pitchFamily="2" charset="77"/>
                <a:ea typeface="Poppins"/>
                <a:cs typeface="Poppins"/>
                <a:sym typeface="Poppins"/>
              </a:rPr>
              <a:t>For People, By People</a:t>
            </a:r>
            <a:endParaRPr lang="en-US" sz="1800" b="1" i="0" spc="0" dirty="0">
              <a:solidFill>
                <a:schemeClr val="bg1"/>
              </a:solidFill>
              <a:latin typeface="Gelion Semi Bold" pitchFamily="2" charset="77"/>
            </a:endParaRPr>
          </a:p>
        </p:txBody>
      </p:sp>
      <p:sp>
        <p:nvSpPr>
          <p:cNvPr id="5" name="Title 1">
            <a:extLst>
              <a:ext uri="{FF2B5EF4-FFF2-40B4-BE49-F238E27FC236}">
                <a16:creationId xmlns:a16="http://schemas.microsoft.com/office/drawing/2014/main" id="{DD25D440-4C11-6B82-E3E5-A4A90EB0C4BF}"/>
              </a:ext>
            </a:extLst>
          </p:cNvPr>
          <p:cNvSpPr>
            <a:spLocks noGrp="1"/>
          </p:cNvSpPr>
          <p:nvPr>
            <p:ph type="ctrTitle"/>
          </p:nvPr>
        </p:nvSpPr>
        <p:spPr>
          <a:xfrm>
            <a:off x="448833" y="1798731"/>
            <a:ext cx="6375816" cy="1965975"/>
          </a:xfrm>
          <a:prstGeom prst="rect">
            <a:avLst/>
          </a:prstGeom>
        </p:spPr>
        <p:txBody>
          <a:bodyPr lIns="0" anchor="b"/>
          <a:lstStyle>
            <a:lvl1pPr algn="l">
              <a:lnSpc>
                <a:spcPct val="100000"/>
              </a:lnSpc>
              <a:defRPr sz="5400" b="1" i="0">
                <a:solidFill>
                  <a:schemeClr val="bg1"/>
                </a:solidFill>
                <a:latin typeface="+mj-lt"/>
              </a:defRPr>
            </a:lvl1pPr>
          </a:lstStyle>
          <a:p>
            <a:r>
              <a:rPr lang="en-GB" dirty="0"/>
              <a:t>Click to edit Master title style</a:t>
            </a:r>
            <a:endParaRPr lang="en-US" dirty="0"/>
          </a:p>
        </p:txBody>
      </p:sp>
      <p:sp>
        <p:nvSpPr>
          <p:cNvPr id="13" name="TextBox 12">
            <a:extLst>
              <a:ext uri="{FF2B5EF4-FFF2-40B4-BE49-F238E27FC236}">
                <a16:creationId xmlns:a16="http://schemas.microsoft.com/office/drawing/2014/main" id="{80D15E64-0FD4-8E95-098E-E74606B16420}"/>
              </a:ext>
            </a:extLst>
          </p:cNvPr>
          <p:cNvSpPr txBox="1"/>
          <p:nvPr userDrawn="1"/>
        </p:nvSpPr>
        <p:spPr>
          <a:xfrm>
            <a:off x="448834" y="6555659"/>
            <a:ext cx="6218686"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1"/>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1"/>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1"/>
              </a:solidFill>
              <a:effectLst/>
              <a:latin typeface="Gelion" pitchFamily="2" charset="77"/>
              <a:ea typeface="DengXian" panose="02010600030101010101" pitchFamily="2" charset="-122"/>
              <a:cs typeface="Arial" panose="020B0604020202020204" pitchFamily="34" charset="0"/>
            </a:endParaRPr>
          </a:p>
        </p:txBody>
      </p:sp>
    </p:spTree>
    <p:extLst>
      <p:ext uri="{BB962C8B-B14F-4D97-AF65-F5344CB8AC3E}">
        <p14:creationId xmlns:p14="http://schemas.microsoft.com/office/powerpoint/2010/main" val="3965507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aster_Cover_07">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CCF313-3F6D-7FD0-B3C6-108D1621B0BD}"/>
              </a:ext>
            </a:extLst>
          </p:cNvPr>
          <p:cNvSpPr/>
          <p:nvPr userDrawn="1"/>
        </p:nvSpPr>
        <p:spPr>
          <a:xfrm rot="16200000">
            <a:off x="2666999" y="-2666999"/>
            <a:ext cx="6858002" cy="12192000"/>
          </a:xfrm>
          <a:prstGeom prst="rect">
            <a:avLst/>
          </a:prstGeom>
          <a:gradFill flip="none" rotWithShape="1">
            <a:gsLst>
              <a:gs pos="100000">
                <a:srgbClr val="5827E3"/>
              </a:gs>
              <a:gs pos="62000">
                <a:srgbClr val="0559FA"/>
              </a:gs>
              <a:gs pos="15000">
                <a:srgbClr val="2F40EF"/>
              </a:gs>
              <a:gs pos="0">
                <a:srgbClr val="1E046A"/>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a:extLst>
              <a:ext uri="{FF2B5EF4-FFF2-40B4-BE49-F238E27FC236}">
                <a16:creationId xmlns:a16="http://schemas.microsoft.com/office/drawing/2014/main" id="{B74907FC-D2D2-B713-912B-0419F9BC3F2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8833" y="281613"/>
            <a:ext cx="1399425" cy="462365"/>
          </a:xfrm>
          <a:prstGeom prst="rect">
            <a:avLst/>
          </a:prstGeom>
        </p:spPr>
      </p:pic>
      <p:sp>
        <p:nvSpPr>
          <p:cNvPr id="3" name="Picture Placeholder 14">
            <a:extLst>
              <a:ext uri="{FF2B5EF4-FFF2-40B4-BE49-F238E27FC236}">
                <a16:creationId xmlns:a16="http://schemas.microsoft.com/office/drawing/2014/main" id="{57AD089B-77FC-F98A-9EC9-88862D8885B5}"/>
              </a:ext>
            </a:extLst>
          </p:cNvPr>
          <p:cNvSpPr>
            <a:spLocks noGrp="1"/>
          </p:cNvSpPr>
          <p:nvPr>
            <p:ph type="pic" sz="quarter" idx="11"/>
          </p:nvPr>
        </p:nvSpPr>
        <p:spPr>
          <a:xfrm>
            <a:off x="4794250" y="0"/>
            <a:ext cx="7397750" cy="6858000"/>
          </a:xfrm>
          <a:prstGeom prst="rect">
            <a:avLst/>
          </a:prstGeom>
        </p:spPr>
        <p:txBody>
          <a:bodyPr/>
          <a:lstStyle>
            <a:lvl1pPr marL="0" indent="0">
              <a:buNone/>
              <a:defRPr/>
            </a:lvl1pPr>
          </a:lstStyle>
          <a:p>
            <a:endParaRPr lang="en-US" dirty="0"/>
          </a:p>
        </p:txBody>
      </p:sp>
      <p:sp>
        <p:nvSpPr>
          <p:cNvPr id="4" name="Text Placeholder 24">
            <a:extLst>
              <a:ext uri="{FF2B5EF4-FFF2-40B4-BE49-F238E27FC236}">
                <a16:creationId xmlns:a16="http://schemas.microsoft.com/office/drawing/2014/main" id="{22AEDB4D-EBC5-DD48-1D4F-97E1A82961CA}"/>
              </a:ext>
            </a:extLst>
          </p:cNvPr>
          <p:cNvSpPr>
            <a:spLocks noGrp="1"/>
          </p:cNvSpPr>
          <p:nvPr>
            <p:ph type="body" sz="quarter" idx="15" hasCustomPrompt="1"/>
          </p:nvPr>
        </p:nvSpPr>
        <p:spPr>
          <a:xfrm>
            <a:off x="448832" y="1760103"/>
            <a:ext cx="4254163" cy="1079640"/>
          </a:xfrm>
          <a:prstGeom prst="rect">
            <a:avLst/>
          </a:prstGeom>
        </p:spPr>
        <p:txBody>
          <a:bodyPr lIns="0" rIns="0"/>
          <a:lstStyle>
            <a:lvl1pPr marL="0" indent="0">
              <a:lnSpc>
                <a:spcPct val="100000"/>
              </a:lnSpc>
              <a:buNone/>
              <a:defRPr sz="4800" b="1" i="0">
                <a:solidFill>
                  <a:schemeClr val="bg1"/>
                </a:solidFill>
                <a:latin typeface="+mj-lt"/>
              </a:defRPr>
            </a:lvl1pPr>
            <a:lvl2pPr marL="457200" indent="0">
              <a:buNone/>
              <a:defRPr sz="5400" b="0" i="0">
                <a:latin typeface="Gelion Medium" pitchFamily="2" charset="77"/>
              </a:defRPr>
            </a:lvl2pPr>
            <a:lvl3pPr marL="914400" indent="0">
              <a:buNone/>
              <a:defRPr sz="5400" b="0" i="0">
                <a:latin typeface="Gelion Medium" pitchFamily="2" charset="77"/>
              </a:defRPr>
            </a:lvl3pPr>
            <a:lvl4pPr marL="1371600" indent="0">
              <a:buNone/>
              <a:defRPr sz="5400" b="0" i="0">
                <a:latin typeface="Gelion Medium" pitchFamily="2" charset="77"/>
              </a:defRPr>
            </a:lvl4pPr>
            <a:lvl5pPr marL="1828800" indent="0">
              <a:buNone/>
              <a:defRPr sz="5400" b="0" i="0">
                <a:latin typeface="Gelion Medium" pitchFamily="2" charset="77"/>
              </a:defRPr>
            </a:lvl5pPr>
          </a:lstStyle>
          <a:p>
            <a:pPr lvl="0"/>
            <a:r>
              <a:rPr lang="en-US" dirty="0"/>
              <a:t>Click to Edit</a:t>
            </a:r>
          </a:p>
        </p:txBody>
      </p:sp>
      <p:sp>
        <p:nvSpPr>
          <p:cNvPr id="5" name="Text Placeholder 26">
            <a:extLst>
              <a:ext uri="{FF2B5EF4-FFF2-40B4-BE49-F238E27FC236}">
                <a16:creationId xmlns:a16="http://schemas.microsoft.com/office/drawing/2014/main" id="{8EE42FFC-BEE9-D879-ACAE-F91206649672}"/>
              </a:ext>
            </a:extLst>
          </p:cNvPr>
          <p:cNvSpPr>
            <a:spLocks noGrp="1"/>
          </p:cNvSpPr>
          <p:nvPr>
            <p:ph type="body" sz="quarter" idx="16"/>
          </p:nvPr>
        </p:nvSpPr>
        <p:spPr>
          <a:xfrm>
            <a:off x="448832" y="2987325"/>
            <a:ext cx="4065588" cy="2279619"/>
          </a:xfrm>
          <a:prstGeom prst="rect">
            <a:avLst/>
          </a:prstGeom>
        </p:spPr>
        <p:txBody>
          <a:bodyPr lIns="45720" rIns="0"/>
          <a:lstStyle>
            <a:lvl1pPr marL="0" indent="0">
              <a:buNone/>
              <a:defRPr sz="1600" b="0" i="0">
                <a:solidFill>
                  <a:schemeClr val="bg1"/>
                </a:solidFill>
                <a:latin typeface="Gelion" pitchFamily="2" charset="77"/>
              </a:defRPr>
            </a:lvl1pPr>
            <a:lvl2pPr marL="457200" indent="0">
              <a:buNone/>
              <a:defRPr sz="1600" b="0" i="0">
                <a:solidFill>
                  <a:srgbClr val="605F5F"/>
                </a:solidFill>
                <a:latin typeface="Gelion" pitchFamily="2" charset="77"/>
              </a:defRPr>
            </a:lvl2pPr>
            <a:lvl3pPr marL="914400" indent="0">
              <a:buNone/>
              <a:defRPr sz="1600" b="0" i="0">
                <a:solidFill>
                  <a:srgbClr val="605F5F"/>
                </a:solidFill>
                <a:latin typeface="Gelion" pitchFamily="2" charset="77"/>
              </a:defRPr>
            </a:lvl3pPr>
            <a:lvl4pPr marL="1371600" indent="0">
              <a:buNone/>
              <a:defRPr sz="1600" b="0" i="0">
                <a:solidFill>
                  <a:srgbClr val="605F5F"/>
                </a:solidFill>
                <a:latin typeface="Gelion" pitchFamily="2" charset="77"/>
              </a:defRPr>
            </a:lvl4pPr>
            <a:lvl5pPr marL="1828800" indent="0">
              <a:buNone/>
              <a:defRPr sz="1600" b="0" i="0">
                <a:solidFill>
                  <a:srgbClr val="605F5F"/>
                </a:solidFill>
                <a:latin typeface="Gelion" pitchFamily="2" charset="77"/>
              </a:defRPr>
            </a:lvl5pPr>
          </a:lstStyle>
          <a:p>
            <a:pPr lvl="0"/>
            <a:r>
              <a:rPr lang="en-US" dirty="0"/>
              <a:t>Click to edit Master</a:t>
            </a:r>
          </a:p>
        </p:txBody>
      </p:sp>
      <p:sp>
        <p:nvSpPr>
          <p:cNvPr id="8" name="Text Placeholder 4">
            <a:extLst>
              <a:ext uri="{FF2B5EF4-FFF2-40B4-BE49-F238E27FC236}">
                <a16:creationId xmlns:a16="http://schemas.microsoft.com/office/drawing/2014/main" id="{ED689D1C-C667-E632-49B7-2B71889CE02A}"/>
              </a:ext>
            </a:extLst>
          </p:cNvPr>
          <p:cNvSpPr txBox="1">
            <a:spLocks/>
          </p:cNvSpPr>
          <p:nvPr userDrawn="1"/>
        </p:nvSpPr>
        <p:spPr>
          <a:xfrm>
            <a:off x="379354" y="5918305"/>
            <a:ext cx="2533831" cy="5929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chemeClr val="bg1"/>
                </a:solidFill>
                <a:latin typeface="Gelion Medium" pitchFamily="2" charset="77"/>
              </a:rPr>
              <a:t>For People, By People</a:t>
            </a:r>
          </a:p>
        </p:txBody>
      </p:sp>
      <p:sp>
        <p:nvSpPr>
          <p:cNvPr id="9" name="TextBox 8">
            <a:extLst>
              <a:ext uri="{FF2B5EF4-FFF2-40B4-BE49-F238E27FC236}">
                <a16:creationId xmlns:a16="http://schemas.microsoft.com/office/drawing/2014/main" id="{9ABCDD96-A766-3B9B-B66D-DB48AC424C01}"/>
              </a:ext>
            </a:extLst>
          </p:cNvPr>
          <p:cNvSpPr txBox="1"/>
          <p:nvPr userDrawn="1"/>
        </p:nvSpPr>
        <p:spPr>
          <a:xfrm>
            <a:off x="475342" y="6481141"/>
            <a:ext cx="3590089" cy="320601"/>
          </a:xfrm>
          <a:prstGeom prst="rect">
            <a:avLst/>
          </a:prstGeom>
          <a:noFill/>
        </p:spPr>
        <p:txBody>
          <a:bodyPr wrap="square" lIns="0" rIns="0">
            <a:spAutoFit/>
          </a:bodyPr>
          <a:lstStyle/>
          <a:p>
            <a:pPr marL="3175" algn="l">
              <a:lnSpc>
                <a:spcPct val="100000"/>
              </a:lnSpc>
              <a:spcAft>
                <a:spcPts val="100"/>
              </a:spcAft>
            </a:pPr>
            <a:r>
              <a:rPr lang="en-US" sz="700" kern="100" dirty="0">
                <a:solidFill>
                  <a:schemeClr val="bg2"/>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p>
          <a:p>
            <a:pPr marL="3175" algn="l">
              <a:lnSpc>
                <a:spcPct val="100000"/>
              </a:lnSpc>
              <a:spcAft>
                <a:spcPts val="100"/>
              </a:spcAft>
            </a:pPr>
            <a:r>
              <a:rPr lang="en-US" sz="700" kern="100" dirty="0">
                <a:solidFill>
                  <a:schemeClr val="bg2"/>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solidFill>
              <a:effectLst/>
              <a:latin typeface="Gelion" pitchFamily="2" charset="77"/>
              <a:ea typeface="DengXian" panose="02010600030101010101" pitchFamily="2" charset="-122"/>
              <a:cs typeface="Arial" panose="020B0604020202020204" pitchFamily="34" charset="0"/>
            </a:endParaRPr>
          </a:p>
        </p:txBody>
      </p:sp>
    </p:spTree>
    <p:extLst>
      <p:ext uri="{BB962C8B-B14F-4D97-AF65-F5344CB8AC3E}">
        <p14:creationId xmlns:p14="http://schemas.microsoft.com/office/powerpoint/2010/main" val="2129181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Master_Cover_0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BF415C3-5F8C-2CC4-C4A2-917ACBF25F54}"/>
              </a:ext>
            </a:extLst>
          </p:cNvPr>
          <p:cNvSpPr/>
          <p:nvPr userDrawn="1"/>
        </p:nvSpPr>
        <p:spPr>
          <a:xfrm rot="16200000">
            <a:off x="2666999" y="-2666999"/>
            <a:ext cx="6858002" cy="12192000"/>
          </a:xfrm>
          <a:prstGeom prst="rect">
            <a:avLst/>
          </a:prstGeom>
          <a:solidFill>
            <a:srgbClr val="1606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Picture 16">
            <a:extLst>
              <a:ext uri="{FF2B5EF4-FFF2-40B4-BE49-F238E27FC236}">
                <a16:creationId xmlns:a16="http://schemas.microsoft.com/office/drawing/2014/main" id="{39EAA28D-407E-A7D9-8E88-DDA5176F37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8833" y="281613"/>
            <a:ext cx="1399425" cy="462365"/>
          </a:xfrm>
          <a:prstGeom prst="rect">
            <a:avLst/>
          </a:prstGeom>
        </p:spPr>
      </p:pic>
      <p:sp>
        <p:nvSpPr>
          <p:cNvPr id="18" name="Title 1">
            <a:extLst>
              <a:ext uri="{FF2B5EF4-FFF2-40B4-BE49-F238E27FC236}">
                <a16:creationId xmlns:a16="http://schemas.microsoft.com/office/drawing/2014/main" id="{FAECC4C7-5DAC-7690-CFDB-365B101F2ED6}"/>
              </a:ext>
            </a:extLst>
          </p:cNvPr>
          <p:cNvSpPr txBox="1">
            <a:spLocks/>
          </p:cNvSpPr>
          <p:nvPr userDrawn="1"/>
        </p:nvSpPr>
        <p:spPr>
          <a:xfrm>
            <a:off x="8880316" y="332390"/>
            <a:ext cx="2862851" cy="411589"/>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800" b="1" i="0" spc="0" dirty="0">
                <a:solidFill>
                  <a:schemeClr val="bg1"/>
                </a:solidFill>
                <a:latin typeface="Gelion Semi Bold" pitchFamily="2" charset="77"/>
                <a:ea typeface="Poppins"/>
                <a:cs typeface="Poppins"/>
                <a:sym typeface="Poppins"/>
              </a:rPr>
              <a:t>For People, By People</a:t>
            </a:r>
            <a:endParaRPr lang="en-US" sz="1800" b="1" i="0" spc="0" dirty="0">
              <a:solidFill>
                <a:schemeClr val="bg1"/>
              </a:solidFill>
              <a:latin typeface="Gelion Semi Bold" pitchFamily="2" charset="77"/>
            </a:endParaRPr>
          </a:p>
        </p:txBody>
      </p:sp>
      <p:pic>
        <p:nvPicPr>
          <p:cNvPr id="3" name="Picture 2" descr="A purple and blue arrow with white text&#10;&#10;Description automatically generated">
            <a:extLst>
              <a:ext uri="{FF2B5EF4-FFF2-40B4-BE49-F238E27FC236}">
                <a16:creationId xmlns:a16="http://schemas.microsoft.com/office/drawing/2014/main" id="{0510DB18-B225-A9B4-FAAF-3D6257E16B9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28190" y="1131339"/>
            <a:ext cx="4935618" cy="2673225"/>
          </a:xfrm>
          <a:prstGeom prst="rect">
            <a:avLst/>
          </a:prstGeom>
        </p:spPr>
      </p:pic>
      <p:pic>
        <p:nvPicPr>
          <p:cNvPr id="8" name="Picture 7" descr="A white airplane flying through the sky&#10;&#10;Description automatically generated">
            <a:extLst>
              <a:ext uri="{FF2B5EF4-FFF2-40B4-BE49-F238E27FC236}">
                <a16:creationId xmlns:a16="http://schemas.microsoft.com/office/drawing/2014/main" id="{72BA9EC3-FDAD-10C1-3780-A406DF2A9E9B}"/>
              </a:ext>
            </a:extLst>
          </p:cNvPr>
          <p:cNvPicPr>
            <a:picLocks noChangeAspect="1"/>
          </p:cNvPicPr>
          <p:nvPr userDrawn="1"/>
        </p:nvPicPr>
        <p:blipFill>
          <a:blip r:embed="rId4"/>
          <a:stretch>
            <a:fillRect/>
          </a:stretch>
        </p:blipFill>
        <p:spPr>
          <a:xfrm>
            <a:off x="8683995" y="3918460"/>
            <a:ext cx="3059172" cy="2939540"/>
          </a:xfrm>
          <a:prstGeom prst="rect">
            <a:avLst/>
          </a:prstGeom>
        </p:spPr>
      </p:pic>
      <p:pic>
        <p:nvPicPr>
          <p:cNvPr id="11" name="Picture 10" descr="A white airplane with blue stripe&#10;&#10;Description automatically generated">
            <a:extLst>
              <a:ext uri="{FF2B5EF4-FFF2-40B4-BE49-F238E27FC236}">
                <a16:creationId xmlns:a16="http://schemas.microsoft.com/office/drawing/2014/main" id="{FB0F5B43-1281-2494-9A62-BB50C5AE67DD}"/>
              </a:ext>
            </a:extLst>
          </p:cNvPr>
          <p:cNvPicPr>
            <a:picLocks noChangeAspect="1"/>
          </p:cNvPicPr>
          <p:nvPr userDrawn="1"/>
        </p:nvPicPr>
        <p:blipFill>
          <a:blip r:embed="rId5"/>
          <a:stretch>
            <a:fillRect/>
          </a:stretch>
        </p:blipFill>
        <p:spPr>
          <a:xfrm>
            <a:off x="5907227" y="4619164"/>
            <a:ext cx="1162144" cy="2238836"/>
          </a:xfrm>
          <a:prstGeom prst="rect">
            <a:avLst/>
          </a:prstGeom>
        </p:spPr>
      </p:pic>
      <p:pic>
        <p:nvPicPr>
          <p:cNvPr id="14" name="Picture 13" descr="A thin blue line on a black background&#10;&#10;Description automatically generated">
            <a:extLst>
              <a:ext uri="{FF2B5EF4-FFF2-40B4-BE49-F238E27FC236}">
                <a16:creationId xmlns:a16="http://schemas.microsoft.com/office/drawing/2014/main" id="{6EB78CCE-1EF3-291A-8815-607E4A7FA032}"/>
              </a:ext>
            </a:extLst>
          </p:cNvPr>
          <p:cNvPicPr>
            <a:picLocks noChangeAspect="1"/>
          </p:cNvPicPr>
          <p:nvPr userDrawn="1"/>
        </p:nvPicPr>
        <p:blipFill>
          <a:blip r:embed="rId6"/>
          <a:stretch>
            <a:fillRect/>
          </a:stretch>
        </p:blipFill>
        <p:spPr>
          <a:xfrm>
            <a:off x="0" y="3962219"/>
            <a:ext cx="4067504" cy="1162144"/>
          </a:xfrm>
          <a:prstGeom prst="rect">
            <a:avLst/>
          </a:prstGeom>
        </p:spPr>
      </p:pic>
      <p:sp>
        <p:nvSpPr>
          <p:cNvPr id="2" name="TextBox 1">
            <a:extLst>
              <a:ext uri="{FF2B5EF4-FFF2-40B4-BE49-F238E27FC236}">
                <a16:creationId xmlns:a16="http://schemas.microsoft.com/office/drawing/2014/main" id="{58F5A25F-15CC-E029-2C4D-E33A8248B8D3}"/>
              </a:ext>
            </a:extLst>
          </p:cNvPr>
          <p:cNvSpPr txBox="1"/>
          <p:nvPr userDrawn="1"/>
        </p:nvSpPr>
        <p:spPr>
          <a:xfrm>
            <a:off x="475342" y="6555659"/>
            <a:ext cx="8604015"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2"/>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2"/>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solidFill>
              <a:effectLst/>
              <a:latin typeface="Gelion" pitchFamily="2" charset="77"/>
              <a:ea typeface="DengXian" panose="02010600030101010101" pitchFamily="2" charset="-122"/>
              <a:cs typeface="Arial" panose="020B0604020202020204" pitchFamily="34" charset="0"/>
            </a:endParaRPr>
          </a:p>
        </p:txBody>
      </p:sp>
    </p:spTree>
    <p:extLst>
      <p:ext uri="{BB962C8B-B14F-4D97-AF65-F5344CB8AC3E}">
        <p14:creationId xmlns:p14="http://schemas.microsoft.com/office/powerpoint/2010/main" val="36262664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Master_Cover_08">
    <p:spTree>
      <p:nvGrpSpPr>
        <p:cNvPr id="1" name=""/>
        <p:cNvGrpSpPr/>
        <p:nvPr/>
      </p:nvGrpSpPr>
      <p:grpSpPr>
        <a:xfrm>
          <a:off x="0" y="0"/>
          <a:ext cx="0" cy="0"/>
          <a:chOff x="0" y="0"/>
          <a:chExt cx="0" cy="0"/>
        </a:xfrm>
      </p:grpSpPr>
      <p:sp>
        <p:nvSpPr>
          <p:cNvPr id="3" name="Picture Placeholder 14">
            <a:extLst>
              <a:ext uri="{FF2B5EF4-FFF2-40B4-BE49-F238E27FC236}">
                <a16:creationId xmlns:a16="http://schemas.microsoft.com/office/drawing/2014/main" id="{57AD089B-77FC-F98A-9EC9-88862D8885B5}"/>
              </a:ext>
            </a:extLst>
          </p:cNvPr>
          <p:cNvSpPr>
            <a:spLocks noGrp="1"/>
          </p:cNvSpPr>
          <p:nvPr>
            <p:ph type="pic" sz="quarter" idx="11"/>
          </p:nvPr>
        </p:nvSpPr>
        <p:spPr>
          <a:xfrm>
            <a:off x="5090160" y="0"/>
            <a:ext cx="7101840" cy="6858000"/>
          </a:xfrm>
          <a:prstGeom prst="rect">
            <a:avLst/>
          </a:prstGeom>
        </p:spPr>
        <p:txBody>
          <a:bodyPr/>
          <a:lstStyle>
            <a:lvl1pPr marL="0" indent="0">
              <a:buNone/>
              <a:defRPr/>
            </a:lvl1pPr>
          </a:lstStyle>
          <a:p>
            <a:endParaRPr lang="en-US" dirty="0"/>
          </a:p>
        </p:txBody>
      </p:sp>
      <p:sp>
        <p:nvSpPr>
          <p:cNvPr id="4" name="Text Placeholder 24">
            <a:extLst>
              <a:ext uri="{FF2B5EF4-FFF2-40B4-BE49-F238E27FC236}">
                <a16:creationId xmlns:a16="http://schemas.microsoft.com/office/drawing/2014/main" id="{22AEDB4D-EBC5-DD48-1D4F-97E1A82961CA}"/>
              </a:ext>
            </a:extLst>
          </p:cNvPr>
          <p:cNvSpPr>
            <a:spLocks noGrp="1"/>
          </p:cNvSpPr>
          <p:nvPr>
            <p:ph type="body" sz="quarter" idx="15" hasCustomPrompt="1"/>
          </p:nvPr>
        </p:nvSpPr>
        <p:spPr>
          <a:xfrm>
            <a:off x="448832" y="1760103"/>
            <a:ext cx="4254163" cy="1079640"/>
          </a:xfrm>
          <a:prstGeom prst="rect">
            <a:avLst/>
          </a:prstGeom>
        </p:spPr>
        <p:txBody>
          <a:bodyPr lIns="0" rIns="0"/>
          <a:lstStyle>
            <a:lvl1pPr marL="0" indent="0">
              <a:lnSpc>
                <a:spcPct val="100000"/>
              </a:lnSpc>
              <a:buNone/>
              <a:defRPr sz="4800" b="1" i="0">
                <a:solidFill>
                  <a:schemeClr val="tx1"/>
                </a:solidFill>
                <a:latin typeface="+mj-lt"/>
              </a:defRPr>
            </a:lvl1pPr>
            <a:lvl2pPr marL="457200" indent="0">
              <a:buNone/>
              <a:defRPr sz="5400" b="0" i="0">
                <a:latin typeface="Gelion Medium" pitchFamily="2" charset="77"/>
              </a:defRPr>
            </a:lvl2pPr>
            <a:lvl3pPr marL="914400" indent="0">
              <a:buNone/>
              <a:defRPr sz="5400" b="0" i="0">
                <a:latin typeface="Gelion Medium" pitchFamily="2" charset="77"/>
              </a:defRPr>
            </a:lvl3pPr>
            <a:lvl4pPr marL="1371600" indent="0">
              <a:buNone/>
              <a:defRPr sz="5400" b="0" i="0">
                <a:latin typeface="Gelion Medium" pitchFamily="2" charset="77"/>
              </a:defRPr>
            </a:lvl4pPr>
            <a:lvl5pPr marL="1828800" indent="0">
              <a:buNone/>
              <a:defRPr sz="5400" b="0" i="0">
                <a:latin typeface="Gelion Medium" pitchFamily="2" charset="77"/>
              </a:defRPr>
            </a:lvl5pPr>
          </a:lstStyle>
          <a:p>
            <a:pPr lvl="0"/>
            <a:r>
              <a:rPr lang="en-US" dirty="0"/>
              <a:t>Click to Edit</a:t>
            </a:r>
          </a:p>
        </p:txBody>
      </p:sp>
      <p:sp>
        <p:nvSpPr>
          <p:cNvPr id="5" name="Text Placeholder 26">
            <a:extLst>
              <a:ext uri="{FF2B5EF4-FFF2-40B4-BE49-F238E27FC236}">
                <a16:creationId xmlns:a16="http://schemas.microsoft.com/office/drawing/2014/main" id="{8EE42FFC-BEE9-D879-ACAE-F91206649672}"/>
              </a:ext>
            </a:extLst>
          </p:cNvPr>
          <p:cNvSpPr>
            <a:spLocks noGrp="1"/>
          </p:cNvSpPr>
          <p:nvPr>
            <p:ph type="body" sz="quarter" idx="16"/>
          </p:nvPr>
        </p:nvSpPr>
        <p:spPr>
          <a:xfrm>
            <a:off x="448832" y="2987325"/>
            <a:ext cx="4065588" cy="2279619"/>
          </a:xfrm>
          <a:prstGeom prst="rect">
            <a:avLst/>
          </a:prstGeom>
        </p:spPr>
        <p:txBody>
          <a:bodyPr lIns="45720" rIns="0"/>
          <a:lstStyle>
            <a:lvl1pPr marL="0" indent="0">
              <a:buNone/>
              <a:defRPr sz="1600" b="0" i="0">
                <a:solidFill>
                  <a:srgbClr val="605F5F"/>
                </a:solidFill>
                <a:latin typeface="Gelion" pitchFamily="2" charset="77"/>
              </a:defRPr>
            </a:lvl1pPr>
            <a:lvl2pPr marL="457200" indent="0">
              <a:buNone/>
              <a:defRPr sz="1600" b="0" i="0">
                <a:solidFill>
                  <a:srgbClr val="605F5F"/>
                </a:solidFill>
                <a:latin typeface="Gelion" pitchFamily="2" charset="77"/>
              </a:defRPr>
            </a:lvl2pPr>
            <a:lvl3pPr marL="914400" indent="0">
              <a:buNone/>
              <a:defRPr sz="1600" b="0" i="0">
                <a:solidFill>
                  <a:srgbClr val="605F5F"/>
                </a:solidFill>
                <a:latin typeface="Gelion" pitchFamily="2" charset="77"/>
              </a:defRPr>
            </a:lvl3pPr>
            <a:lvl4pPr marL="1371600" indent="0">
              <a:buNone/>
              <a:defRPr sz="1600" b="0" i="0">
                <a:solidFill>
                  <a:srgbClr val="605F5F"/>
                </a:solidFill>
                <a:latin typeface="Gelion" pitchFamily="2" charset="77"/>
              </a:defRPr>
            </a:lvl4pPr>
            <a:lvl5pPr marL="1828800" indent="0">
              <a:buNone/>
              <a:defRPr sz="1600" b="0" i="0">
                <a:solidFill>
                  <a:srgbClr val="605F5F"/>
                </a:solidFill>
                <a:latin typeface="Gelion" pitchFamily="2" charset="77"/>
              </a:defRPr>
            </a:lvl5pPr>
          </a:lstStyle>
          <a:p>
            <a:pPr lvl="0"/>
            <a:r>
              <a:rPr lang="en-US" dirty="0"/>
              <a:t>Click to edit Master</a:t>
            </a:r>
          </a:p>
        </p:txBody>
      </p:sp>
      <p:sp>
        <p:nvSpPr>
          <p:cNvPr id="8" name="Text Placeholder 4">
            <a:extLst>
              <a:ext uri="{FF2B5EF4-FFF2-40B4-BE49-F238E27FC236}">
                <a16:creationId xmlns:a16="http://schemas.microsoft.com/office/drawing/2014/main" id="{ED689D1C-C667-E632-49B7-2B71889CE02A}"/>
              </a:ext>
            </a:extLst>
          </p:cNvPr>
          <p:cNvSpPr txBox="1">
            <a:spLocks/>
          </p:cNvSpPr>
          <p:nvPr userDrawn="1"/>
        </p:nvSpPr>
        <p:spPr>
          <a:xfrm>
            <a:off x="379354" y="5948442"/>
            <a:ext cx="2533831" cy="5929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chemeClr val="tx1"/>
                </a:solidFill>
                <a:latin typeface="Gelion Medium" pitchFamily="2" charset="77"/>
              </a:rPr>
              <a:t>For People, By People</a:t>
            </a:r>
          </a:p>
        </p:txBody>
      </p:sp>
      <p:pic>
        <p:nvPicPr>
          <p:cNvPr id="6" name="Picture 5">
            <a:extLst>
              <a:ext uri="{FF2B5EF4-FFF2-40B4-BE49-F238E27FC236}">
                <a16:creationId xmlns:a16="http://schemas.microsoft.com/office/drawing/2014/main" id="{B0F59EC3-8418-4FAE-9088-11FE7DE7B6E7}"/>
              </a:ext>
            </a:extLst>
          </p:cNvPr>
          <p:cNvPicPr>
            <a:picLocks noChangeAspect="1"/>
          </p:cNvPicPr>
          <p:nvPr userDrawn="1"/>
        </p:nvPicPr>
        <p:blipFill>
          <a:blip r:embed="rId2"/>
          <a:stretch>
            <a:fillRect/>
          </a:stretch>
        </p:blipFill>
        <p:spPr>
          <a:xfrm>
            <a:off x="448832" y="281613"/>
            <a:ext cx="1404741" cy="462364"/>
          </a:xfrm>
          <a:prstGeom prst="rect">
            <a:avLst/>
          </a:prstGeom>
        </p:spPr>
      </p:pic>
      <p:sp>
        <p:nvSpPr>
          <p:cNvPr id="7" name="Picture Placeholder 5">
            <a:extLst>
              <a:ext uri="{FF2B5EF4-FFF2-40B4-BE49-F238E27FC236}">
                <a16:creationId xmlns:a16="http://schemas.microsoft.com/office/drawing/2014/main" id="{27C25AF4-B07E-A008-EE6C-14236A79E3AF}"/>
              </a:ext>
            </a:extLst>
          </p:cNvPr>
          <p:cNvSpPr>
            <a:spLocks noGrp="1"/>
          </p:cNvSpPr>
          <p:nvPr>
            <p:ph type="pic" sz="quarter" idx="13"/>
          </p:nvPr>
        </p:nvSpPr>
        <p:spPr>
          <a:xfrm>
            <a:off x="4242216" y="2413856"/>
            <a:ext cx="3136026" cy="3072846"/>
          </a:xfrm>
          <a:prstGeom prst="ellipse">
            <a:avLst/>
          </a:prstGeom>
          <a:ln w="63500">
            <a:solidFill>
              <a:schemeClr val="bg1"/>
            </a:solidFill>
          </a:ln>
        </p:spPr>
        <p:txBody>
          <a:bodyPr/>
          <a:lstStyle>
            <a:lvl1pPr marL="0" indent="0">
              <a:buNone/>
              <a:defRPr/>
            </a:lvl1pPr>
          </a:lstStyle>
          <a:p>
            <a:endParaRPr lang="en-US"/>
          </a:p>
        </p:txBody>
      </p:sp>
      <p:sp>
        <p:nvSpPr>
          <p:cNvPr id="9" name="Picture Placeholder 5">
            <a:extLst>
              <a:ext uri="{FF2B5EF4-FFF2-40B4-BE49-F238E27FC236}">
                <a16:creationId xmlns:a16="http://schemas.microsoft.com/office/drawing/2014/main" id="{D5FFBFD9-0935-7B8E-CA1B-DA35D1D57C60}"/>
              </a:ext>
            </a:extLst>
          </p:cNvPr>
          <p:cNvSpPr>
            <a:spLocks noGrp="1"/>
          </p:cNvSpPr>
          <p:nvPr>
            <p:ph type="pic" sz="quarter" idx="14"/>
          </p:nvPr>
        </p:nvSpPr>
        <p:spPr>
          <a:xfrm>
            <a:off x="3986400" y="4478070"/>
            <a:ext cx="1867462" cy="1829840"/>
          </a:xfrm>
          <a:prstGeom prst="ellipse">
            <a:avLst/>
          </a:prstGeom>
          <a:ln w="63500">
            <a:solidFill>
              <a:schemeClr val="bg1"/>
            </a:solidFill>
          </a:ln>
        </p:spPr>
        <p:txBody>
          <a:bodyPr/>
          <a:lstStyle>
            <a:lvl1pPr marL="0" indent="0">
              <a:buNone/>
              <a:defRPr/>
            </a:lvl1pPr>
          </a:lstStyle>
          <a:p>
            <a:endParaRPr lang="en-US" dirty="0"/>
          </a:p>
        </p:txBody>
      </p:sp>
      <p:sp>
        <p:nvSpPr>
          <p:cNvPr id="13" name="TextBox 12">
            <a:extLst>
              <a:ext uri="{FF2B5EF4-FFF2-40B4-BE49-F238E27FC236}">
                <a16:creationId xmlns:a16="http://schemas.microsoft.com/office/drawing/2014/main" id="{981A4E45-D661-89CA-D9BA-9F5960190D3B}"/>
              </a:ext>
            </a:extLst>
          </p:cNvPr>
          <p:cNvSpPr txBox="1"/>
          <p:nvPr userDrawn="1"/>
        </p:nvSpPr>
        <p:spPr>
          <a:xfrm>
            <a:off x="475342" y="6481141"/>
            <a:ext cx="3590089" cy="320601"/>
          </a:xfrm>
          <a:prstGeom prst="rect">
            <a:avLst/>
          </a:prstGeom>
          <a:noFill/>
        </p:spPr>
        <p:txBody>
          <a:bodyPr wrap="square" lIns="0" rIns="0">
            <a:spAutoFit/>
          </a:bodyPr>
          <a:lstStyle/>
          <a:p>
            <a:pPr marL="3175" algn="l">
              <a:lnSpc>
                <a:spcPct val="100000"/>
              </a:lnSpc>
              <a:spcAft>
                <a:spcPts val="100"/>
              </a:spcAft>
            </a:pPr>
            <a:r>
              <a:rPr lang="en-US" sz="700" kern="100" dirty="0">
                <a:solidFill>
                  <a:schemeClr val="bg2">
                    <a:lumMod val="50000"/>
                  </a:schemeClr>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p>
          <a:p>
            <a:pPr marL="3175" algn="l">
              <a:lnSpc>
                <a:spcPct val="100000"/>
              </a:lnSpc>
              <a:spcAft>
                <a:spcPts val="100"/>
              </a:spcAft>
            </a:pPr>
            <a:r>
              <a:rPr lang="en-US"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endParaRPr>
          </a:p>
        </p:txBody>
      </p:sp>
    </p:spTree>
    <p:extLst>
      <p:ext uri="{BB962C8B-B14F-4D97-AF65-F5344CB8AC3E}">
        <p14:creationId xmlns:p14="http://schemas.microsoft.com/office/powerpoint/2010/main" val="1440768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Master_Cover_09">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2B384CE5-9FE9-11ED-6E33-2F536EFE6E62}"/>
              </a:ext>
            </a:extLst>
          </p:cNvPr>
          <p:cNvSpPr/>
          <p:nvPr userDrawn="1"/>
        </p:nvSpPr>
        <p:spPr>
          <a:xfrm>
            <a:off x="6536224" y="1203171"/>
            <a:ext cx="6620231" cy="6620231"/>
          </a:xfrm>
          <a:prstGeom prst="ellipse">
            <a:avLst/>
          </a:prstGeom>
          <a:gradFill>
            <a:gsLst>
              <a:gs pos="38000">
                <a:srgbClr val="5827E3"/>
              </a:gs>
              <a:gs pos="100000">
                <a:srgbClr val="0559FA"/>
              </a:gs>
            </a:gsLst>
            <a:lin ang="7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icture Placeholder 5">
            <a:extLst>
              <a:ext uri="{FF2B5EF4-FFF2-40B4-BE49-F238E27FC236}">
                <a16:creationId xmlns:a16="http://schemas.microsoft.com/office/drawing/2014/main" id="{04A1B496-4BE6-A918-5140-F54CC27E566A}"/>
              </a:ext>
            </a:extLst>
          </p:cNvPr>
          <p:cNvSpPr>
            <a:spLocks noGrp="1"/>
          </p:cNvSpPr>
          <p:nvPr>
            <p:ph type="pic" sz="quarter" idx="13"/>
          </p:nvPr>
        </p:nvSpPr>
        <p:spPr>
          <a:xfrm>
            <a:off x="6718213" y="1491621"/>
            <a:ext cx="6461985" cy="6331799"/>
          </a:xfrm>
          <a:prstGeom prst="ellipse">
            <a:avLst/>
          </a:prstGeom>
          <a:noFill/>
          <a:ln w="25400">
            <a:noFill/>
          </a:ln>
        </p:spPr>
        <p:txBody>
          <a:bodyPr/>
          <a:lstStyle>
            <a:lvl1pPr marL="0" indent="0">
              <a:buNone/>
              <a:defRPr/>
            </a:lvl1pPr>
          </a:lstStyle>
          <a:p>
            <a:r>
              <a:rPr lang="en-GB"/>
              <a:t>Click icon to add picture</a:t>
            </a:r>
            <a:endParaRPr lang="en-US"/>
          </a:p>
        </p:txBody>
      </p:sp>
      <p:sp>
        <p:nvSpPr>
          <p:cNvPr id="20" name="Title 1">
            <a:extLst>
              <a:ext uri="{FF2B5EF4-FFF2-40B4-BE49-F238E27FC236}">
                <a16:creationId xmlns:a16="http://schemas.microsoft.com/office/drawing/2014/main" id="{B960FD23-80DB-C2BF-FEBC-BB1429D5458F}"/>
              </a:ext>
            </a:extLst>
          </p:cNvPr>
          <p:cNvSpPr>
            <a:spLocks noGrp="1"/>
          </p:cNvSpPr>
          <p:nvPr>
            <p:ph type="ctrTitle"/>
          </p:nvPr>
        </p:nvSpPr>
        <p:spPr>
          <a:xfrm>
            <a:off x="448833" y="1606227"/>
            <a:ext cx="6375816" cy="1965975"/>
          </a:xfrm>
          <a:prstGeom prst="rect">
            <a:avLst/>
          </a:prstGeom>
        </p:spPr>
        <p:txBody>
          <a:bodyPr lIns="0" anchor="b"/>
          <a:lstStyle>
            <a:lvl1pPr algn="l">
              <a:lnSpc>
                <a:spcPct val="100000"/>
              </a:lnSpc>
              <a:defRPr sz="4800" b="1" i="0">
                <a:solidFill>
                  <a:schemeClr val="tx1"/>
                </a:solidFill>
                <a:latin typeface="+mj-lt"/>
              </a:defRPr>
            </a:lvl1pPr>
          </a:lstStyle>
          <a:p>
            <a:r>
              <a:rPr lang="en-GB" dirty="0"/>
              <a:t>Click to edit Master title style</a:t>
            </a:r>
            <a:endParaRPr lang="en-US" dirty="0"/>
          </a:p>
        </p:txBody>
      </p:sp>
      <p:sp>
        <p:nvSpPr>
          <p:cNvPr id="21" name="Subtitle 2">
            <a:extLst>
              <a:ext uri="{FF2B5EF4-FFF2-40B4-BE49-F238E27FC236}">
                <a16:creationId xmlns:a16="http://schemas.microsoft.com/office/drawing/2014/main" id="{932798F3-E5CA-5716-C96D-F9C3DA60F03F}"/>
              </a:ext>
            </a:extLst>
          </p:cNvPr>
          <p:cNvSpPr>
            <a:spLocks noGrp="1"/>
          </p:cNvSpPr>
          <p:nvPr>
            <p:ph type="subTitle" idx="1"/>
          </p:nvPr>
        </p:nvSpPr>
        <p:spPr>
          <a:xfrm>
            <a:off x="448833" y="4262848"/>
            <a:ext cx="5911483" cy="692641"/>
          </a:xfrm>
          <a:prstGeom prst="rect">
            <a:avLst/>
          </a:prstGeom>
        </p:spPr>
        <p:txBody>
          <a:bodyPr lIns="45720"/>
          <a:lstStyle>
            <a:lvl1pPr marL="0" indent="0" algn="l">
              <a:buNone/>
              <a:defRPr sz="2400" b="0" i="0">
                <a:solidFill>
                  <a:srgbClr val="605F5F"/>
                </a:solidFill>
                <a:latin typeface="Gelion"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6" name="Title 1">
            <a:extLst>
              <a:ext uri="{FF2B5EF4-FFF2-40B4-BE49-F238E27FC236}">
                <a16:creationId xmlns:a16="http://schemas.microsoft.com/office/drawing/2014/main" id="{918B759A-5E87-A539-BABC-7A2323F5FB98}"/>
              </a:ext>
            </a:extLst>
          </p:cNvPr>
          <p:cNvSpPr txBox="1">
            <a:spLocks/>
          </p:cNvSpPr>
          <p:nvPr userDrawn="1"/>
        </p:nvSpPr>
        <p:spPr>
          <a:xfrm>
            <a:off x="8880317" y="332390"/>
            <a:ext cx="2862851" cy="411589"/>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800" b="1" i="0" spc="0" dirty="0">
                <a:solidFill>
                  <a:schemeClr val="tx1"/>
                </a:solidFill>
                <a:latin typeface="Gelion Semi Bold" pitchFamily="2" charset="77"/>
                <a:ea typeface="Poppins"/>
                <a:cs typeface="Poppins"/>
                <a:sym typeface="Poppins"/>
              </a:rPr>
              <a:t>For People, By People</a:t>
            </a:r>
            <a:endParaRPr lang="en-US" sz="1800" b="1" i="0" spc="0" dirty="0">
              <a:solidFill>
                <a:schemeClr val="tx1"/>
              </a:solidFill>
              <a:latin typeface="Gelion Semi Bold" pitchFamily="2" charset="77"/>
            </a:endParaRPr>
          </a:p>
        </p:txBody>
      </p:sp>
      <p:pic>
        <p:nvPicPr>
          <p:cNvPr id="3" name="Picture 2">
            <a:extLst>
              <a:ext uri="{FF2B5EF4-FFF2-40B4-BE49-F238E27FC236}">
                <a16:creationId xmlns:a16="http://schemas.microsoft.com/office/drawing/2014/main" id="{DE1D923C-CB79-D9C7-A3A3-0B467FB0A139}"/>
              </a:ext>
            </a:extLst>
          </p:cNvPr>
          <p:cNvPicPr>
            <a:picLocks noChangeAspect="1"/>
          </p:cNvPicPr>
          <p:nvPr userDrawn="1"/>
        </p:nvPicPr>
        <p:blipFill>
          <a:blip r:embed="rId2"/>
          <a:stretch>
            <a:fillRect/>
          </a:stretch>
        </p:blipFill>
        <p:spPr>
          <a:xfrm>
            <a:off x="448832" y="281613"/>
            <a:ext cx="1404741" cy="462364"/>
          </a:xfrm>
          <a:prstGeom prst="rect">
            <a:avLst/>
          </a:prstGeom>
        </p:spPr>
      </p:pic>
      <p:sp>
        <p:nvSpPr>
          <p:cNvPr id="9" name="TextBox 8">
            <a:extLst>
              <a:ext uri="{FF2B5EF4-FFF2-40B4-BE49-F238E27FC236}">
                <a16:creationId xmlns:a16="http://schemas.microsoft.com/office/drawing/2014/main" id="{4FA02883-1533-F3EC-33F9-6935AC2432F9}"/>
              </a:ext>
            </a:extLst>
          </p:cNvPr>
          <p:cNvSpPr txBox="1"/>
          <p:nvPr userDrawn="1"/>
        </p:nvSpPr>
        <p:spPr>
          <a:xfrm>
            <a:off x="448834" y="6555659"/>
            <a:ext cx="6218686"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2">
                    <a:lumMod val="50000"/>
                  </a:schemeClr>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endParaRPr>
          </a:p>
        </p:txBody>
      </p:sp>
    </p:spTree>
    <p:extLst>
      <p:ext uri="{BB962C8B-B14F-4D97-AF65-F5344CB8AC3E}">
        <p14:creationId xmlns:p14="http://schemas.microsoft.com/office/powerpoint/2010/main" val="2230037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Master_Cover_10">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5204E252-705D-DB60-1671-8252A4522986}"/>
              </a:ext>
            </a:extLst>
          </p:cNvPr>
          <p:cNvSpPr>
            <a:spLocks noGrp="1"/>
          </p:cNvSpPr>
          <p:nvPr>
            <p:ph type="subTitle" idx="1"/>
          </p:nvPr>
        </p:nvSpPr>
        <p:spPr>
          <a:xfrm>
            <a:off x="448833" y="4262848"/>
            <a:ext cx="5911483" cy="692641"/>
          </a:xfrm>
          <a:prstGeom prst="rect">
            <a:avLst/>
          </a:prstGeom>
        </p:spPr>
        <p:txBody>
          <a:bodyPr lIns="45720"/>
          <a:lstStyle>
            <a:lvl1pPr marL="0" indent="0" algn="l">
              <a:buNone/>
              <a:defRPr sz="2800" b="0" i="0">
                <a:solidFill>
                  <a:srgbClr val="605F5F"/>
                </a:solidFill>
                <a:latin typeface="Gelion"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cxnSp>
        <p:nvCxnSpPr>
          <p:cNvPr id="7" name="Straight Connector 6">
            <a:extLst>
              <a:ext uri="{FF2B5EF4-FFF2-40B4-BE49-F238E27FC236}">
                <a16:creationId xmlns:a16="http://schemas.microsoft.com/office/drawing/2014/main" id="{A23D8F1C-7FC2-3AE0-0C7F-E7993F7AA663}"/>
              </a:ext>
            </a:extLst>
          </p:cNvPr>
          <p:cNvCxnSpPr>
            <a:cxnSpLocks/>
          </p:cNvCxnSpPr>
          <p:nvPr userDrawn="1"/>
        </p:nvCxnSpPr>
        <p:spPr>
          <a:xfrm>
            <a:off x="469689" y="4013287"/>
            <a:ext cx="635496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54BEA248-3714-9B1D-836B-56CB6120F97C}"/>
              </a:ext>
            </a:extLst>
          </p:cNvPr>
          <p:cNvSpPr txBox="1">
            <a:spLocks/>
          </p:cNvSpPr>
          <p:nvPr userDrawn="1"/>
        </p:nvSpPr>
        <p:spPr>
          <a:xfrm>
            <a:off x="8880317" y="332390"/>
            <a:ext cx="2862851" cy="411589"/>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800" b="1" i="0" spc="0" dirty="0">
                <a:solidFill>
                  <a:schemeClr val="tx1"/>
                </a:solidFill>
                <a:latin typeface="Gelion Semi Bold" pitchFamily="2" charset="77"/>
                <a:ea typeface="Poppins"/>
                <a:cs typeface="Poppins"/>
                <a:sym typeface="Poppins"/>
              </a:rPr>
              <a:t>For People, By People</a:t>
            </a:r>
            <a:endParaRPr lang="en-US" sz="1800" b="1" i="0" spc="0" dirty="0">
              <a:solidFill>
                <a:schemeClr val="tx1"/>
              </a:solidFill>
              <a:latin typeface="Gelion Semi Bold" pitchFamily="2" charset="77"/>
            </a:endParaRPr>
          </a:p>
        </p:txBody>
      </p:sp>
      <p:pic>
        <p:nvPicPr>
          <p:cNvPr id="10" name="Picture 9">
            <a:extLst>
              <a:ext uri="{FF2B5EF4-FFF2-40B4-BE49-F238E27FC236}">
                <a16:creationId xmlns:a16="http://schemas.microsoft.com/office/drawing/2014/main" id="{B0A23798-61FE-671B-1058-F928D367DC81}"/>
              </a:ext>
            </a:extLst>
          </p:cNvPr>
          <p:cNvPicPr>
            <a:picLocks noChangeAspect="1"/>
          </p:cNvPicPr>
          <p:nvPr userDrawn="1"/>
        </p:nvPicPr>
        <p:blipFill>
          <a:blip r:embed="rId2"/>
          <a:stretch>
            <a:fillRect/>
          </a:stretch>
        </p:blipFill>
        <p:spPr>
          <a:xfrm>
            <a:off x="448832" y="281613"/>
            <a:ext cx="1404741" cy="462364"/>
          </a:xfrm>
          <a:prstGeom prst="rect">
            <a:avLst/>
          </a:prstGeom>
        </p:spPr>
      </p:pic>
      <p:sp>
        <p:nvSpPr>
          <p:cNvPr id="11" name="Oval 10">
            <a:extLst>
              <a:ext uri="{FF2B5EF4-FFF2-40B4-BE49-F238E27FC236}">
                <a16:creationId xmlns:a16="http://schemas.microsoft.com/office/drawing/2014/main" id="{26516E77-E593-FAC6-7295-219F190BCA17}"/>
              </a:ext>
            </a:extLst>
          </p:cNvPr>
          <p:cNvSpPr/>
          <p:nvPr userDrawn="1"/>
        </p:nvSpPr>
        <p:spPr>
          <a:xfrm>
            <a:off x="7300573" y="1208088"/>
            <a:ext cx="6375816" cy="6375816"/>
          </a:xfrm>
          <a:prstGeom prst="ellipse">
            <a:avLst/>
          </a:prstGeom>
          <a:gradFill>
            <a:gsLst>
              <a:gs pos="38000">
                <a:schemeClr val="accent3"/>
              </a:gs>
              <a:gs pos="100000">
                <a:srgbClr val="0559FA"/>
              </a:gs>
            </a:gsLst>
            <a:lin ang="7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icture Placeholder 5">
            <a:extLst>
              <a:ext uri="{FF2B5EF4-FFF2-40B4-BE49-F238E27FC236}">
                <a16:creationId xmlns:a16="http://schemas.microsoft.com/office/drawing/2014/main" id="{EEB8B670-7C7E-6FAA-370D-582F00A87C7F}"/>
              </a:ext>
            </a:extLst>
          </p:cNvPr>
          <p:cNvSpPr>
            <a:spLocks noGrp="1"/>
          </p:cNvSpPr>
          <p:nvPr>
            <p:ph type="pic" sz="quarter" idx="13"/>
          </p:nvPr>
        </p:nvSpPr>
        <p:spPr>
          <a:xfrm>
            <a:off x="7457704" y="1491621"/>
            <a:ext cx="6218685" cy="6093401"/>
          </a:xfrm>
          <a:prstGeom prst="ellipse">
            <a:avLst/>
          </a:prstGeom>
          <a:noFill/>
          <a:ln w="25400">
            <a:noFill/>
          </a:ln>
        </p:spPr>
        <p:txBody>
          <a:bodyPr/>
          <a:lstStyle>
            <a:lvl1pPr marL="0" indent="0">
              <a:buNone/>
              <a:defRPr/>
            </a:lvl1pPr>
          </a:lstStyle>
          <a:p>
            <a:r>
              <a:rPr lang="en-GB"/>
              <a:t>Click icon to add picture</a:t>
            </a:r>
            <a:endParaRPr lang="en-US"/>
          </a:p>
        </p:txBody>
      </p:sp>
      <p:sp>
        <p:nvSpPr>
          <p:cNvPr id="2" name="Title 1">
            <a:extLst>
              <a:ext uri="{FF2B5EF4-FFF2-40B4-BE49-F238E27FC236}">
                <a16:creationId xmlns:a16="http://schemas.microsoft.com/office/drawing/2014/main" id="{D4D1444A-7C58-C593-519A-FE9FD519AFE4}"/>
              </a:ext>
            </a:extLst>
          </p:cNvPr>
          <p:cNvSpPr>
            <a:spLocks noGrp="1"/>
          </p:cNvSpPr>
          <p:nvPr>
            <p:ph type="ctrTitle"/>
          </p:nvPr>
        </p:nvSpPr>
        <p:spPr>
          <a:xfrm>
            <a:off x="448833" y="1606227"/>
            <a:ext cx="6375816" cy="1965975"/>
          </a:xfrm>
          <a:prstGeom prst="rect">
            <a:avLst/>
          </a:prstGeom>
        </p:spPr>
        <p:txBody>
          <a:bodyPr lIns="0" anchor="b"/>
          <a:lstStyle>
            <a:lvl1pPr algn="l">
              <a:lnSpc>
                <a:spcPct val="100000"/>
              </a:lnSpc>
              <a:defRPr sz="4800" b="1" i="0">
                <a:solidFill>
                  <a:schemeClr val="tx1"/>
                </a:solidFill>
                <a:latin typeface="+mj-lt"/>
              </a:defRPr>
            </a:lvl1pPr>
          </a:lstStyle>
          <a:p>
            <a:r>
              <a:rPr lang="en-GB" dirty="0"/>
              <a:t>Click to edit Master title style</a:t>
            </a:r>
            <a:endParaRPr lang="en-US" dirty="0"/>
          </a:p>
        </p:txBody>
      </p:sp>
      <p:sp>
        <p:nvSpPr>
          <p:cNvPr id="5" name="TextBox 4">
            <a:extLst>
              <a:ext uri="{FF2B5EF4-FFF2-40B4-BE49-F238E27FC236}">
                <a16:creationId xmlns:a16="http://schemas.microsoft.com/office/drawing/2014/main" id="{2D70557F-B655-DA76-B644-BDB7BE3765AC}"/>
              </a:ext>
            </a:extLst>
          </p:cNvPr>
          <p:cNvSpPr txBox="1"/>
          <p:nvPr userDrawn="1"/>
        </p:nvSpPr>
        <p:spPr>
          <a:xfrm>
            <a:off x="448834" y="6555659"/>
            <a:ext cx="6218686"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2">
                    <a:lumMod val="50000"/>
                  </a:schemeClr>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endParaRPr>
          </a:p>
        </p:txBody>
      </p:sp>
    </p:spTree>
    <p:extLst>
      <p:ext uri="{BB962C8B-B14F-4D97-AF65-F5344CB8AC3E}">
        <p14:creationId xmlns:p14="http://schemas.microsoft.com/office/powerpoint/2010/main" val="1812518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Master_Disclaimer">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A7843E9-C5DB-8E02-0AD4-A3CD66720C76}"/>
              </a:ext>
            </a:extLst>
          </p:cNvPr>
          <p:cNvSpPr txBox="1">
            <a:spLocks/>
          </p:cNvSpPr>
          <p:nvPr userDrawn="1"/>
        </p:nvSpPr>
        <p:spPr>
          <a:xfrm>
            <a:off x="929285" y="1790698"/>
            <a:ext cx="10693131" cy="911227"/>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r>
              <a:rPr lang="en-US" sz="3600" dirty="0">
                <a:solidFill>
                  <a:srgbClr val="160629"/>
                </a:solidFill>
                <a:ea typeface="Poppins"/>
                <a:cs typeface="Poppins"/>
                <a:sym typeface="Poppins"/>
              </a:rPr>
              <a:t>Confidential Disclaimer</a:t>
            </a:r>
            <a:endParaRPr lang="en-US" sz="3600" dirty="0"/>
          </a:p>
        </p:txBody>
      </p:sp>
      <p:sp>
        <p:nvSpPr>
          <p:cNvPr id="5" name="Text Placeholder 2">
            <a:extLst>
              <a:ext uri="{FF2B5EF4-FFF2-40B4-BE49-F238E27FC236}">
                <a16:creationId xmlns:a16="http://schemas.microsoft.com/office/drawing/2014/main" id="{3158DCD3-1274-C37A-0F81-6732EBD63500}"/>
              </a:ext>
            </a:extLst>
          </p:cNvPr>
          <p:cNvSpPr txBox="1">
            <a:spLocks/>
          </p:cNvSpPr>
          <p:nvPr userDrawn="1"/>
        </p:nvSpPr>
        <p:spPr>
          <a:xfrm>
            <a:off x="929286" y="2701925"/>
            <a:ext cx="7971828" cy="3113088"/>
          </a:xfrm>
          <a:prstGeom prst="rect">
            <a:avLst/>
          </a:prstGeom>
        </p:spPr>
        <p:txBody>
          <a:bodyPr lIns="0" rIns="0">
            <a:noAutofit/>
          </a:bodyPr>
          <a:lstStyle>
            <a:lvl1pPr marL="0" indent="0" algn="l" defTabSz="914400" rtl="0" eaLnBrk="1" latinLnBrk="0" hangingPunct="1">
              <a:lnSpc>
                <a:spcPct val="90000"/>
              </a:lnSpc>
              <a:spcBef>
                <a:spcPts val="1000"/>
              </a:spcBef>
              <a:buFont typeface="Arial" panose="020B0604020202020204" pitchFamily="34" charset="0"/>
              <a:buNone/>
              <a:defRPr sz="2800" b="0" i="0" kern="1200">
                <a:solidFill>
                  <a:schemeClr val="tx1"/>
                </a:solidFill>
                <a:latin typeface="Gelion"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Gelion"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Gelion"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Gelion"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Gelio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2160"/>
              </a:lnSpc>
            </a:pPr>
            <a:r>
              <a:rPr lang="en-US" sz="1400" kern="100" dirty="0">
                <a:ea typeface="DengXian" panose="02010600030101010101" pitchFamily="2" charset="-122"/>
                <a:cs typeface="Arial" panose="020B0604020202020204" pitchFamily="34" charset="0"/>
              </a:rPr>
              <a:t>This presentation contains privileged proprietary and/or confidential information intended solely for the use of Atlas. Without the prior written consent of Atlas, this presentation and its contents shall not be distributed or passed on to any other person or used or reproduced, in whole or in part, by any medium or in any form for any purpose.</a:t>
            </a:r>
          </a:p>
          <a:p>
            <a:pPr>
              <a:lnSpc>
                <a:spcPts val="2160"/>
              </a:lnSpc>
            </a:pPr>
            <a:endParaRPr lang="en-US" sz="1400" kern="100" dirty="0">
              <a:ea typeface="DengXian" panose="02010600030101010101" pitchFamily="2" charset="-122"/>
              <a:cs typeface="Arial" panose="020B0604020202020204" pitchFamily="34" charset="0"/>
            </a:endParaRPr>
          </a:p>
          <a:p>
            <a:pPr>
              <a:lnSpc>
                <a:spcPts val="2160"/>
              </a:lnSpc>
              <a:spcBef>
                <a:spcPts val="600"/>
              </a:spcBef>
            </a:pPr>
            <a:r>
              <a:rPr lang="en-US" sz="1400" b="1" kern="100" dirty="0">
                <a:latin typeface="Gelion Bold" pitchFamily="2" charset="77"/>
                <a:ea typeface="DengXian" panose="02010600030101010101" pitchFamily="2" charset="-122"/>
                <a:cs typeface="Arial" panose="020B0604020202020204" pitchFamily="34" charset="0"/>
              </a:rPr>
              <a:t>If you are not the intended recipient, please notify the sender immediately and delete/destroy any, and all copies. </a:t>
            </a:r>
          </a:p>
          <a:p>
            <a:pPr>
              <a:lnSpc>
                <a:spcPts val="2160"/>
              </a:lnSpc>
              <a:spcBef>
                <a:spcPts val="600"/>
              </a:spcBef>
            </a:pPr>
            <a:endParaRPr lang="en-US" sz="1400" b="1" kern="100" dirty="0">
              <a:latin typeface="Gelion Bold" pitchFamily="2" charset="77"/>
              <a:ea typeface="DengXian" panose="02010600030101010101" pitchFamily="2" charset="-122"/>
              <a:cs typeface="Arial" panose="020B0604020202020204" pitchFamily="34" charset="0"/>
            </a:endParaRPr>
          </a:p>
          <a:p>
            <a:pPr>
              <a:lnSpc>
                <a:spcPts val="2160"/>
              </a:lnSpc>
              <a:spcBef>
                <a:spcPts val="600"/>
              </a:spcBef>
            </a:pPr>
            <a:r>
              <a:rPr lang="en-US" sz="1400" b="1" kern="100" dirty="0">
                <a:latin typeface="Gelion Bold" pitchFamily="2" charset="77"/>
                <a:ea typeface="DengXian" panose="02010600030101010101" pitchFamily="2" charset="-122"/>
                <a:cs typeface="Arial" panose="020B0604020202020204" pitchFamily="34" charset="0"/>
              </a:rPr>
              <a:t>Thank you.</a:t>
            </a:r>
            <a:endParaRPr lang="en-IE" sz="1400" b="1" kern="100" dirty="0">
              <a:latin typeface="Gelion Bold" pitchFamily="2" charset="77"/>
              <a:ea typeface="DengXian" panose="02010600030101010101" pitchFamily="2" charset="-122"/>
              <a:cs typeface="Arial" panose="020B0604020202020204" pitchFamily="34" charset="0"/>
            </a:endParaRPr>
          </a:p>
        </p:txBody>
      </p:sp>
      <p:pic>
        <p:nvPicPr>
          <p:cNvPr id="13" name="Picture 12">
            <a:extLst>
              <a:ext uri="{FF2B5EF4-FFF2-40B4-BE49-F238E27FC236}">
                <a16:creationId xmlns:a16="http://schemas.microsoft.com/office/drawing/2014/main" id="{811B30F7-43CA-64A5-96D3-C913B1903319}"/>
              </a:ext>
            </a:extLst>
          </p:cNvPr>
          <p:cNvPicPr preferRelativeResize="0">
            <a:picLocks noChangeAspect="1"/>
          </p:cNvPicPr>
          <p:nvPr userDrawn="1"/>
        </p:nvPicPr>
        <p:blipFill>
          <a:blip r:embed="rId2"/>
          <a:srcRect/>
          <a:stretch/>
        </p:blipFill>
        <p:spPr>
          <a:xfrm>
            <a:off x="929565" y="826718"/>
            <a:ext cx="558643" cy="508366"/>
          </a:xfrm>
          <a:prstGeom prst="rect">
            <a:avLst/>
          </a:prstGeom>
        </p:spPr>
      </p:pic>
      <p:sp>
        <p:nvSpPr>
          <p:cNvPr id="14" name="TextBox 13">
            <a:extLst>
              <a:ext uri="{FF2B5EF4-FFF2-40B4-BE49-F238E27FC236}">
                <a16:creationId xmlns:a16="http://schemas.microsoft.com/office/drawing/2014/main" id="{91FCCC87-04B9-FE30-0B6F-81F0280B0771}"/>
              </a:ext>
            </a:extLst>
          </p:cNvPr>
          <p:cNvSpPr txBox="1"/>
          <p:nvPr userDrawn="1"/>
        </p:nvSpPr>
        <p:spPr>
          <a:xfrm>
            <a:off x="929286" y="6555659"/>
            <a:ext cx="8604015"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2">
                    <a:lumMod val="50000"/>
                  </a:schemeClr>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endParaRPr>
          </a:p>
        </p:txBody>
      </p:sp>
      <p:sp>
        <p:nvSpPr>
          <p:cNvPr id="15" name="Rectangle 14">
            <a:extLst>
              <a:ext uri="{FF2B5EF4-FFF2-40B4-BE49-F238E27FC236}">
                <a16:creationId xmlns:a16="http://schemas.microsoft.com/office/drawing/2014/main" id="{2D342F4C-0FD2-45DF-788B-614244D7A091}"/>
              </a:ext>
            </a:extLst>
          </p:cNvPr>
          <p:cNvSpPr/>
          <p:nvPr userDrawn="1"/>
        </p:nvSpPr>
        <p:spPr>
          <a:xfrm rot="5400000">
            <a:off x="-3170198" y="3170198"/>
            <a:ext cx="6858002" cy="517606"/>
          </a:xfrm>
          <a:prstGeom prst="rect">
            <a:avLst/>
          </a:prstGeom>
          <a:gradFill flip="none" rotWithShape="1">
            <a:gsLst>
              <a:gs pos="0">
                <a:srgbClr val="5827E3"/>
              </a:gs>
              <a:gs pos="84000">
                <a:srgbClr val="0559FA"/>
              </a:gs>
              <a:gs pos="15000">
                <a:srgbClr val="2F40EF"/>
              </a:gs>
              <a:gs pos="100000">
                <a:srgbClr val="1E046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itle 1">
            <a:extLst>
              <a:ext uri="{FF2B5EF4-FFF2-40B4-BE49-F238E27FC236}">
                <a16:creationId xmlns:a16="http://schemas.microsoft.com/office/drawing/2014/main" id="{876E6ACA-5799-45F6-852A-3BE2D9350904}"/>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rgbClr val="160629"/>
                </a:solidFill>
                <a:latin typeface="Gelion Semi Bold" pitchFamily="2" charset="77"/>
                <a:ea typeface="Poppins"/>
                <a:cs typeface="Poppins"/>
                <a:sym typeface="Poppins"/>
              </a:rPr>
              <a:t>For People, By People</a:t>
            </a:r>
            <a:endParaRPr lang="en-US" sz="1400" b="1" i="0" spc="0" dirty="0">
              <a:latin typeface="Gelion Semi Bold" pitchFamily="2" charset="77"/>
            </a:endParaRPr>
          </a:p>
        </p:txBody>
      </p:sp>
      <p:pic>
        <p:nvPicPr>
          <p:cNvPr id="2" name="Picture 1">
            <a:extLst>
              <a:ext uri="{FF2B5EF4-FFF2-40B4-BE49-F238E27FC236}">
                <a16:creationId xmlns:a16="http://schemas.microsoft.com/office/drawing/2014/main" id="{FD50213D-A6BA-4831-B632-9F06F1058C9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34757" y="162350"/>
            <a:ext cx="248092" cy="336125"/>
          </a:xfrm>
          <a:prstGeom prst="rect">
            <a:avLst/>
          </a:prstGeom>
        </p:spPr>
      </p:pic>
      <p:grpSp>
        <p:nvGrpSpPr>
          <p:cNvPr id="3" name="Group 2">
            <a:extLst>
              <a:ext uri="{FF2B5EF4-FFF2-40B4-BE49-F238E27FC236}">
                <a16:creationId xmlns:a16="http://schemas.microsoft.com/office/drawing/2014/main" id="{D26B7A45-3702-D3AE-1D97-59EB91A8E354}"/>
              </a:ext>
            </a:extLst>
          </p:cNvPr>
          <p:cNvGrpSpPr>
            <a:grpSpLocks noChangeAspect="1"/>
          </p:cNvGrpSpPr>
          <p:nvPr userDrawn="1"/>
        </p:nvGrpSpPr>
        <p:grpSpPr>
          <a:xfrm>
            <a:off x="11464290" y="6595224"/>
            <a:ext cx="346710" cy="92438"/>
            <a:chOff x="102243" y="472557"/>
            <a:chExt cx="205526" cy="54796"/>
          </a:xfrm>
        </p:grpSpPr>
        <p:sp>
          <p:nvSpPr>
            <p:cNvPr id="6" name="Freeform: Shape 90">
              <a:extLst>
                <a:ext uri="{FF2B5EF4-FFF2-40B4-BE49-F238E27FC236}">
                  <a16:creationId xmlns:a16="http://schemas.microsoft.com/office/drawing/2014/main" id="{95F83291-C050-AED3-6A37-E282FC0FD0FF}"/>
                </a:ext>
              </a:extLst>
            </p:cNvPr>
            <p:cNvSpPr/>
            <p:nvPr/>
          </p:nvSpPr>
          <p:spPr>
            <a:xfrm>
              <a:off x="177575" y="472557"/>
              <a:ext cx="54862" cy="54796"/>
            </a:xfrm>
            <a:custGeom>
              <a:avLst/>
              <a:gdLst>
                <a:gd name="connsiteX0" fmla="*/ 363194 w 726387"/>
                <a:gd name="connsiteY0" fmla="*/ 0 h 725516"/>
                <a:gd name="connsiteX1" fmla="*/ 726387 w 726387"/>
                <a:gd name="connsiteY1" fmla="*/ 362323 h 725516"/>
                <a:gd name="connsiteX2" fmla="*/ 363194 w 726387"/>
                <a:gd name="connsiteY2" fmla="*/ 725516 h 725516"/>
                <a:gd name="connsiteX3" fmla="*/ 0 w 726387"/>
                <a:gd name="connsiteY3" fmla="*/ 362323 h 725516"/>
                <a:gd name="connsiteX4" fmla="*/ 363194 w 726387"/>
                <a:gd name="connsiteY4" fmla="*/ 0 h 72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6387" h="725516">
                  <a:moveTo>
                    <a:pt x="363194" y="0"/>
                  </a:moveTo>
                  <a:cubicBezTo>
                    <a:pt x="563516" y="0"/>
                    <a:pt x="726387" y="162000"/>
                    <a:pt x="726387" y="362323"/>
                  </a:cubicBezTo>
                  <a:cubicBezTo>
                    <a:pt x="726387" y="563516"/>
                    <a:pt x="563516" y="725516"/>
                    <a:pt x="363194" y="725516"/>
                  </a:cubicBezTo>
                  <a:cubicBezTo>
                    <a:pt x="162871" y="725516"/>
                    <a:pt x="0" y="563516"/>
                    <a:pt x="0" y="362323"/>
                  </a:cubicBezTo>
                  <a:cubicBezTo>
                    <a:pt x="0" y="162000"/>
                    <a:pt x="162871" y="0"/>
                    <a:pt x="363194" y="0"/>
                  </a:cubicBezTo>
                  <a:close/>
                </a:path>
              </a:pathLst>
            </a:custGeom>
            <a:solidFill>
              <a:schemeClr val="accent2"/>
            </a:solidFill>
            <a:ln w="871" cap="flat">
              <a:noFill/>
              <a:prstDash val="solid"/>
              <a:miter/>
            </a:ln>
          </p:spPr>
          <p:txBody>
            <a:bodyPr rtlCol="0" anchor="ctr"/>
            <a:lstStyle/>
            <a:p>
              <a:endParaRPr lang="en-US" dirty="0">
                <a:latin typeface="Arial" panose="020B0604020202020204" pitchFamily="34" charset="0"/>
              </a:endParaRPr>
            </a:p>
          </p:txBody>
        </p:sp>
        <p:grpSp>
          <p:nvGrpSpPr>
            <p:cNvPr id="16" name="Graphic 6">
              <a:extLst>
                <a:ext uri="{FF2B5EF4-FFF2-40B4-BE49-F238E27FC236}">
                  <a16:creationId xmlns:a16="http://schemas.microsoft.com/office/drawing/2014/main" id="{A63E6FBC-E65E-422B-1D14-2705A554359D}"/>
                </a:ext>
              </a:extLst>
            </p:cNvPr>
            <p:cNvGrpSpPr/>
            <p:nvPr/>
          </p:nvGrpSpPr>
          <p:grpSpPr>
            <a:xfrm>
              <a:off x="102243" y="472557"/>
              <a:ext cx="205526" cy="54796"/>
              <a:chOff x="4810159" y="1371774"/>
              <a:chExt cx="2721195" cy="725516"/>
            </a:xfrm>
          </p:grpSpPr>
          <p:sp>
            <p:nvSpPr>
              <p:cNvPr id="18" name="Freeform: Shape 92">
                <a:extLst>
                  <a:ext uri="{FF2B5EF4-FFF2-40B4-BE49-F238E27FC236}">
                    <a16:creationId xmlns:a16="http://schemas.microsoft.com/office/drawing/2014/main" id="{2D380588-5B0E-2EFB-8E54-D01791DD70F7}"/>
                  </a:ext>
                </a:extLst>
              </p:cNvPr>
              <p:cNvSpPr/>
              <p:nvPr/>
            </p:nvSpPr>
            <p:spPr>
              <a:xfrm>
                <a:off x="4810159" y="1371774"/>
                <a:ext cx="725518" cy="725516"/>
              </a:xfrm>
              <a:custGeom>
                <a:avLst/>
                <a:gdLst>
                  <a:gd name="connsiteX0" fmla="*/ 363194 w 725516"/>
                  <a:gd name="connsiteY0" fmla="*/ 0 h 725516"/>
                  <a:gd name="connsiteX1" fmla="*/ 725516 w 725516"/>
                  <a:gd name="connsiteY1" fmla="*/ 362323 h 725516"/>
                  <a:gd name="connsiteX2" fmla="*/ 363194 w 725516"/>
                  <a:gd name="connsiteY2" fmla="*/ 725516 h 725516"/>
                  <a:gd name="connsiteX3" fmla="*/ 0 w 725516"/>
                  <a:gd name="connsiteY3" fmla="*/ 362323 h 725516"/>
                  <a:gd name="connsiteX4" fmla="*/ 363194 w 725516"/>
                  <a:gd name="connsiteY4" fmla="*/ 0 h 72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16" h="725516">
                    <a:moveTo>
                      <a:pt x="363194" y="0"/>
                    </a:moveTo>
                    <a:cubicBezTo>
                      <a:pt x="563516" y="0"/>
                      <a:pt x="725516" y="162000"/>
                      <a:pt x="725516" y="362323"/>
                    </a:cubicBezTo>
                    <a:cubicBezTo>
                      <a:pt x="725516" y="563516"/>
                      <a:pt x="563516" y="725516"/>
                      <a:pt x="363194" y="725516"/>
                    </a:cubicBezTo>
                    <a:cubicBezTo>
                      <a:pt x="162871" y="725516"/>
                      <a:pt x="0" y="563516"/>
                      <a:pt x="0" y="362323"/>
                    </a:cubicBezTo>
                    <a:cubicBezTo>
                      <a:pt x="0" y="162000"/>
                      <a:pt x="162871" y="0"/>
                      <a:pt x="363194" y="0"/>
                    </a:cubicBezTo>
                    <a:close/>
                  </a:path>
                </a:pathLst>
              </a:custGeom>
              <a:solidFill>
                <a:schemeClr val="accent1"/>
              </a:solidFill>
              <a:ln w="871" cap="flat">
                <a:noFill/>
                <a:prstDash val="solid"/>
                <a:miter/>
              </a:ln>
            </p:spPr>
            <p:txBody>
              <a:bodyPr rtlCol="0" anchor="ctr"/>
              <a:lstStyle/>
              <a:p>
                <a:endParaRPr lang="en-US" dirty="0">
                  <a:latin typeface="Arial" panose="020B0604020202020204" pitchFamily="34" charset="0"/>
                </a:endParaRPr>
              </a:p>
            </p:txBody>
          </p:sp>
          <p:sp>
            <p:nvSpPr>
              <p:cNvPr id="19" name="Freeform: Shape 93">
                <a:extLst>
                  <a:ext uri="{FF2B5EF4-FFF2-40B4-BE49-F238E27FC236}">
                    <a16:creationId xmlns:a16="http://schemas.microsoft.com/office/drawing/2014/main" id="{0F7EE0DC-ECD9-FB21-9001-EF6AC6476EDA}"/>
                  </a:ext>
                </a:extLst>
              </p:cNvPr>
              <p:cNvSpPr/>
              <p:nvPr/>
            </p:nvSpPr>
            <p:spPr>
              <a:xfrm>
                <a:off x="6805838" y="1371774"/>
                <a:ext cx="725516" cy="725516"/>
              </a:xfrm>
              <a:custGeom>
                <a:avLst/>
                <a:gdLst>
                  <a:gd name="connsiteX0" fmla="*/ 362323 w 725516"/>
                  <a:gd name="connsiteY0" fmla="*/ 0 h 725516"/>
                  <a:gd name="connsiteX1" fmla="*/ 725516 w 725516"/>
                  <a:gd name="connsiteY1" fmla="*/ 362323 h 725516"/>
                  <a:gd name="connsiteX2" fmla="*/ 362323 w 725516"/>
                  <a:gd name="connsiteY2" fmla="*/ 725516 h 725516"/>
                  <a:gd name="connsiteX3" fmla="*/ 0 w 725516"/>
                  <a:gd name="connsiteY3" fmla="*/ 362323 h 725516"/>
                  <a:gd name="connsiteX4" fmla="*/ 362323 w 725516"/>
                  <a:gd name="connsiteY4" fmla="*/ 0 h 72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16" h="725516">
                    <a:moveTo>
                      <a:pt x="362323" y="0"/>
                    </a:moveTo>
                    <a:cubicBezTo>
                      <a:pt x="562645" y="0"/>
                      <a:pt x="725516" y="162000"/>
                      <a:pt x="725516" y="362323"/>
                    </a:cubicBezTo>
                    <a:cubicBezTo>
                      <a:pt x="725516" y="563516"/>
                      <a:pt x="562645" y="725516"/>
                      <a:pt x="362323" y="725516"/>
                    </a:cubicBezTo>
                    <a:cubicBezTo>
                      <a:pt x="162000" y="725516"/>
                      <a:pt x="0" y="563516"/>
                      <a:pt x="0" y="362323"/>
                    </a:cubicBezTo>
                    <a:cubicBezTo>
                      <a:pt x="0" y="162000"/>
                      <a:pt x="162000" y="0"/>
                      <a:pt x="362323" y="0"/>
                    </a:cubicBezTo>
                    <a:close/>
                  </a:path>
                </a:pathLst>
              </a:custGeom>
              <a:solidFill>
                <a:schemeClr val="accent3"/>
              </a:solidFill>
              <a:ln w="871" cap="flat">
                <a:noFill/>
                <a:prstDash val="solid"/>
                <a:miter/>
              </a:ln>
            </p:spPr>
            <p:txBody>
              <a:bodyPr rtlCol="0" anchor="ctr"/>
              <a:lstStyle/>
              <a:p>
                <a:endParaRPr lang="en-US">
                  <a:latin typeface="Arial" panose="020B0604020202020204" pitchFamily="34" charset="0"/>
                </a:endParaRPr>
              </a:p>
            </p:txBody>
          </p:sp>
        </p:grpSp>
      </p:grpSp>
      <p:pic>
        <p:nvPicPr>
          <p:cNvPr id="20" name="Graphic 19">
            <a:extLst>
              <a:ext uri="{FF2B5EF4-FFF2-40B4-BE49-F238E27FC236}">
                <a16:creationId xmlns:a16="http://schemas.microsoft.com/office/drawing/2014/main" id="{CF686037-60FD-BE3E-C2AC-AA133A85778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664641" y="6603477"/>
            <a:ext cx="694237" cy="75932"/>
          </a:xfrm>
          <a:prstGeom prst="rect">
            <a:avLst/>
          </a:prstGeom>
        </p:spPr>
      </p:pic>
      <p:sp>
        <p:nvSpPr>
          <p:cNvPr id="21" name="TextBox 20">
            <a:extLst>
              <a:ext uri="{FF2B5EF4-FFF2-40B4-BE49-F238E27FC236}">
                <a16:creationId xmlns:a16="http://schemas.microsoft.com/office/drawing/2014/main" id="{180ACB09-DF7E-DE6A-7EF6-0F3D1AE18704}"/>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1"/>
                </a:solidFill>
                <a:latin typeface="+mj-lt"/>
                <a:ea typeface="Roboto Condensed" panose="02000000000000000000" pitchFamily="2" charset="0"/>
                <a:cs typeface="Segoe UI" panose="020B0502040204020203" pitchFamily="34" charset="0"/>
              </a:rPr>
              <a:pPr algn="ctr"/>
              <a:t>‹#›</a:t>
            </a:fld>
            <a:endParaRPr lang="id-ID" sz="2400" b="1" dirty="0">
              <a:solidFill>
                <a:schemeClr val="bg1"/>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28838369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Master_Agenda_0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551E78B-2984-4D8C-69E7-4C0179452134}"/>
              </a:ext>
            </a:extLst>
          </p:cNvPr>
          <p:cNvSpPr/>
          <p:nvPr userDrawn="1"/>
        </p:nvSpPr>
        <p:spPr>
          <a:xfrm rot="16200000">
            <a:off x="5073649" y="-260349"/>
            <a:ext cx="6858002" cy="7378700"/>
          </a:xfrm>
          <a:prstGeom prst="rect">
            <a:avLst/>
          </a:prstGeom>
          <a:gradFill flip="none" rotWithShape="1">
            <a:gsLst>
              <a:gs pos="84000">
                <a:schemeClr val="accent2"/>
              </a:gs>
              <a:gs pos="8000">
                <a:schemeClr val="accent1"/>
              </a:gs>
            </a:gsLst>
            <a:lin ang="9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FBFA45DE-1382-9AA6-ECFC-71FD74B09574}"/>
              </a:ext>
            </a:extLst>
          </p:cNvPr>
          <p:cNvSpPr txBox="1"/>
          <p:nvPr userDrawn="1"/>
        </p:nvSpPr>
        <p:spPr>
          <a:xfrm>
            <a:off x="475342" y="6481141"/>
            <a:ext cx="3590089" cy="320601"/>
          </a:xfrm>
          <a:prstGeom prst="rect">
            <a:avLst/>
          </a:prstGeom>
          <a:noFill/>
        </p:spPr>
        <p:txBody>
          <a:bodyPr wrap="square" lIns="0" rIns="0">
            <a:spAutoFit/>
          </a:bodyPr>
          <a:lstStyle/>
          <a:p>
            <a:pPr marL="3175" algn="l">
              <a:lnSpc>
                <a:spcPct val="100000"/>
              </a:lnSpc>
              <a:spcAft>
                <a:spcPts val="100"/>
              </a:spcAft>
            </a:pPr>
            <a:r>
              <a:rPr lang="en-US" sz="700" kern="100" dirty="0">
                <a:solidFill>
                  <a:schemeClr val="bg2">
                    <a:lumMod val="50000"/>
                  </a:schemeClr>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p>
          <a:p>
            <a:pPr marL="3175" algn="l">
              <a:lnSpc>
                <a:spcPct val="100000"/>
              </a:lnSpc>
              <a:spcAft>
                <a:spcPts val="100"/>
              </a:spcAft>
            </a:pPr>
            <a:r>
              <a:rPr lang="en-US"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endParaRPr>
          </a:p>
        </p:txBody>
      </p:sp>
      <p:sp>
        <p:nvSpPr>
          <p:cNvPr id="4" name="Text Placeholder 24">
            <a:extLst>
              <a:ext uri="{FF2B5EF4-FFF2-40B4-BE49-F238E27FC236}">
                <a16:creationId xmlns:a16="http://schemas.microsoft.com/office/drawing/2014/main" id="{87468079-C798-646A-5066-8BA4ED16E274}"/>
              </a:ext>
            </a:extLst>
          </p:cNvPr>
          <p:cNvSpPr>
            <a:spLocks noGrp="1"/>
          </p:cNvSpPr>
          <p:nvPr>
            <p:ph type="body" sz="quarter" idx="15"/>
          </p:nvPr>
        </p:nvSpPr>
        <p:spPr>
          <a:xfrm>
            <a:off x="5602057" y="1282700"/>
            <a:ext cx="5380682" cy="4267198"/>
          </a:xfrm>
          <a:prstGeom prst="rect">
            <a:avLst/>
          </a:prstGeom>
        </p:spPr>
        <p:txBody>
          <a:bodyPr anchor="ctr"/>
          <a:lstStyle>
            <a:lvl1pPr marL="0" indent="0">
              <a:lnSpc>
                <a:spcPct val="150000"/>
              </a:lnSpc>
              <a:buNone/>
              <a:defRPr sz="2400" b="0" i="0">
                <a:solidFill>
                  <a:schemeClr val="bg1"/>
                </a:solidFill>
                <a:latin typeface="Gelion Medium" pitchFamily="2" charset="77"/>
              </a:defRPr>
            </a:lvl1pPr>
            <a:lvl2pPr marL="457200" indent="0">
              <a:buNone/>
              <a:defRPr sz="3600" b="0" i="0">
                <a:solidFill>
                  <a:schemeClr val="bg1"/>
                </a:solidFill>
                <a:latin typeface="Gelion Medium" pitchFamily="2" charset="77"/>
              </a:defRPr>
            </a:lvl2pPr>
            <a:lvl3pPr marL="914400" indent="0">
              <a:buNone/>
              <a:defRPr sz="3600" b="0" i="0">
                <a:solidFill>
                  <a:schemeClr val="bg1"/>
                </a:solidFill>
                <a:latin typeface="Gelion Medium" pitchFamily="2" charset="77"/>
              </a:defRPr>
            </a:lvl3pPr>
            <a:lvl4pPr marL="1371600" indent="0">
              <a:buNone/>
              <a:defRPr sz="3600" b="0" i="0">
                <a:solidFill>
                  <a:schemeClr val="bg1"/>
                </a:solidFill>
                <a:latin typeface="Gelion Medium" pitchFamily="2" charset="77"/>
              </a:defRPr>
            </a:lvl4pPr>
            <a:lvl5pPr marL="1828800" indent="0">
              <a:buNone/>
              <a:defRPr sz="3600" b="0" i="0">
                <a:solidFill>
                  <a:schemeClr val="bg1"/>
                </a:solidFill>
                <a:latin typeface="Gelion Medium" pitchFamily="2" charset="77"/>
              </a:defRPr>
            </a:lvl5pPr>
          </a:lstStyle>
          <a:p>
            <a:pPr lvl="0"/>
            <a:endParaRPr lang="en-US" dirty="0"/>
          </a:p>
        </p:txBody>
      </p:sp>
      <p:sp>
        <p:nvSpPr>
          <p:cNvPr id="8" name="Title 1">
            <a:extLst>
              <a:ext uri="{FF2B5EF4-FFF2-40B4-BE49-F238E27FC236}">
                <a16:creationId xmlns:a16="http://schemas.microsoft.com/office/drawing/2014/main" id="{B292BF8B-1709-86F6-A8C9-2C792F4DFE1E}"/>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chemeClr val="bg1"/>
                </a:solidFill>
                <a:latin typeface="Gelion Semi Bold" pitchFamily="2" charset="77"/>
                <a:ea typeface="Poppins"/>
                <a:cs typeface="Poppins"/>
                <a:sym typeface="Poppins"/>
              </a:rPr>
              <a:t>For People, By People</a:t>
            </a:r>
            <a:endParaRPr lang="en-US" sz="1400" b="1" i="0" spc="0" dirty="0">
              <a:solidFill>
                <a:schemeClr val="bg1"/>
              </a:solidFill>
              <a:latin typeface="Gelion Semi Bold" pitchFamily="2" charset="77"/>
            </a:endParaRPr>
          </a:p>
        </p:txBody>
      </p:sp>
      <p:sp>
        <p:nvSpPr>
          <p:cNvPr id="9" name="Text Placeholder 24">
            <a:extLst>
              <a:ext uri="{FF2B5EF4-FFF2-40B4-BE49-F238E27FC236}">
                <a16:creationId xmlns:a16="http://schemas.microsoft.com/office/drawing/2014/main" id="{18A336AF-85E9-F0BC-1626-3DDB4C201040}"/>
              </a:ext>
            </a:extLst>
          </p:cNvPr>
          <p:cNvSpPr>
            <a:spLocks noGrp="1"/>
          </p:cNvSpPr>
          <p:nvPr>
            <p:ph type="body" sz="quarter" idx="16"/>
          </p:nvPr>
        </p:nvSpPr>
        <p:spPr>
          <a:xfrm>
            <a:off x="590202" y="1993900"/>
            <a:ext cx="3519085" cy="2260600"/>
          </a:xfrm>
          <a:prstGeom prst="rect">
            <a:avLst/>
          </a:prstGeom>
        </p:spPr>
        <p:txBody>
          <a:bodyPr anchor="ctr"/>
          <a:lstStyle>
            <a:lvl1pPr marL="0" indent="0">
              <a:lnSpc>
                <a:spcPct val="100000"/>
              </a:lnSpc>
              <a:buNone/>
              <a:defRPr sz="4800" b="1" i="0">
                <a:solidFill>
                  <a:srgbClr val="160629"/>
                </a:solidFill>
                <a:latin typeface="+mj-lt"/>
              </a:defRPr>
            </a:lvl1pPr>
            <a:lvl2pPr marL="457200" indent="0">
              <a:buNone/>
              <a:defRPr sz="3600" b="0" i="0">
                <a:solidFill>
                  <a:schemeClr val="bg1"/>
                </a:solidFill>
                <a:latin typeface="Gelion Medium" pitchFamily="2" charset="77"/>
              </a:defRPr>
            </a:lvl2pPr>
            <a:lvl3pPr marL="914400" indent="0">
              <a:buNone/>
              <a:defRPr sz="3600" b="0" i="0">
                <a:solidFill>
                  <a:schemeClr val="bg1"/>
                </a:solidFill>
                <a:latin typeface="Gelion Medium" pitchFamily="2" charset="77"/>
              </a:defRPr>
            </a:lvl3pPr>
            <a:lvl4pPr marL="1371600" indent="0">
              <a:buNone/>
              <a:defRPr sz="3600" b="0" i="0">
                <a:solidFill>
                  <a:schemeClr val="bg1"/>
                </a:solidFill>
                <a:latin typeface="Gelion Medium" pitchFamily="2" charset="77"/>
              </a:defRPr>
            </a:lvl4pPr>
            <a:lvl5pPr marL="1828800" indent="0">
              <a:buNone/>
              <a:defRPr sz="3600" b="0" i="0">
                <a:solidFill>
                  <a:schemeClr val="bg1"/>
                </a:solidFill>
                <a:latin typeface="Gelion Medium" pitchFamily="2" charset="77"/>
              </a:defRPr>
            </a:lvl5pPr>
          </a:lstStyle>
          <a:p>
            <a:pPr lvl="0"/>
            <a:endParaRPr lang="en-US" dirty="0"/>
          </a:p>
        </p:txBody>
      </p:sp>
      <p:pic>
        <p:nvPicPr>
          <p:cNvPr id="2" name="Picture 1">
            <a:extLst>
              <a:ext uri="{FF2B5EF4-FFF2-40B4-BE49-F238E27FC236}">
                <a16:creationId xmlns:a16="http://schemas.microsoft.com/office/drawing/2014/main" id="{19CB4735-B29A-1B7B-5809-01DC570C7F3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4459" y="164290"/>
            <a:ext cx="290883" cy="396658"/>
          </a:xfrm>
          <a:prstGeom prst="rect">
            <a:avLst/>
          </a:prstGeom>
        </p:spPr>
      </p:pic>
      <p:sp>
        <p:nvSpPr>
          <p:cNvPr id="6" name="TextBox 5">
            <a:extLst>
              <a:ext uri="{FF2B5EF4-FFF2-40B4-BE49-F238E27FC236}">
                <a16:creationId xmlns:a16="http://schemas.microsoft.com/office/drawing/2014/main" id="{98318D4C-4BD9-3910-0AA3-56F1CBA3116F}"/>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2">
                    <a:lumMod val="50000"/>
                  </a:schemeClr>
                </a:solidFill>
                <a:latin typeface="+mj-lt"/>
                <a:ea typeface="Roboto Condensed" panose="02000000000000000000" pitchFamily="2" charset="0"/>
                <a:cs typeface="Segoe UI" panose="020B0502040204020203" pitchFamily="34" charset="0"/>
              </a:rPr>
              <a:pPr algn="ctr"/>
              <a:t>‹#›</a:t>
            </a:fld>
            <a:endParaRPr lang="id-ID" sz="2400" b="1" dirty="0">
              <a:solidFill>
                <a:schemeClr val="bg2">
                  <a:lumMod val="50000"/>
                </a:schemeClr>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38491777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Master_Agenda_0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C5756B1-A237-64E1-07D4-77E68BAD5E94}"/>
              </a:ext>
            </a:extLst>
          </p:cNvPr>
          <p:cNvSpPr/>
          <p:nvPr userDrawn="1"/>
        </p:nvSpPr>
        <p:spPr>
          <a:xfrm rot="16200000">
            <a:off x="5073649" y="-260349"/>
            <a:ext cx="6858002" cy="7378700"/>
          </a:xfrm>
          <a:prstGeom prst="rect">
            <a:avLst/>
          </a:prstGeom>
          <a:gradFill flip="none" rotWithShape="1">
            <a:gsLst>
              <a:gs pos="56000">
                <a:srgbClr val="354FED"/>
              </a:gs>
              <a:gs pos="98000">
                <a:schemeClr val="accent3"/>
              </a:gs>
              <a:gs pos="0">
                <a:schemeClr val="accent1"/>
              </a:gs>
            </a:gsLst>
            <a:lin ang="9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24">
            <a:extLst>
              <a:ext uri="{FF2B5EF4-FFF2-40B4-BE49-F238E27FC236}">
                <a16:creationId xmlns:a16="http://schemas.microsoft.com/office/drawing/2014/main" id="{87468079-C798-646A-5066-8BA4ED16E274}"/>
              </a:ext>
            </a:extLst>
          </p:cNvPr>
          <p:cNvSpPr>
            <a:spLocks noGrp="1"/>
          </p:cNvSpPr>
          <p:nvPr>
            <p:ph type="body" sz="quarter" idx="15"/>
          </p:nvPr>
        </p:nvSpPr>
        <p:spPr>
          <a:xfrm>
            <a:off x="5602057" y="1282700"/>
            <a:ext cx="5380682" cy="4267198"/>
          </a:xfrm>
          <a:prstGeom prst="rect">
            <a:avLst/>
          </a:prstGeom>
        </p:spPr>
        <p:txBody>
          <a:bodyPr anchor="ctr"/>
          <a:lstStyle>
            <a:lvl1pPr marL="0" indent="0">
              <a:lnSpc>
                <a:spcPct val="150000"/>
              </a:lnSpc>
              <a:buNone/>
              <a:defRPr sz="2400" b="0" i="0">
                <a:solidFill>
                  <a:schemeClr val="bg1"/>
                </a:solidFill>
                <a:latin typeface="Gelion Medium" pitchFamily="2" charset="77"/>
              </a:defRPr>
            </a:lvl1pPr>
            <a:lvl2pPr marL="457200" indent="0">
              <a:buNone/>
              <a:defRPr sz="3600" b="0" i="0">
                <a:solidFill>
                  <a:schemeClr val="bg1"/>
                </a:solidFill>
                <a:latin typeface="Gelion Medium" pitchFamily="2" charset="77"/>
              </a:defRPr>
            </a:lvl2pPr>
            <a:lvl3pPr marL="914400" indent="0">
              <a:buNone/>
              <a:defRPr sz="3600" b="0" i="0">
                <a:solidFill>
                  <a:schemeClr val="bg1"/>
                </a:solidFill>
                <a:latin typeface="Gelion Medium" pitchFamily="2" charset="77"/>
              </a:defRPr>
            </a:lvl3pPr>
            <a:lvl4pPr marL="1371600" indent="0">
              <a:buNone/>
              <a:defRPr sz="3600" b="0" i="0">
                <a:solidFill>
                  <a:schemeClr val="bg1"/>
                </a:solidFill>
                <a:latin typeface="Gelion Medium" pitchFamily="2" charset="77"/>
              </a:defRPr>
            </a:lvl4pPr>
            <a:lvl5pPr marL="1828800" indent="0">
              <a:buNone/>
              <a:defRPr sz="3600" b="0" i="0">
                <a:solidFill>
                  <a:schemeClr val="bg1"/>
                </a:solidFill>
                <a:latin typeface="Gelion Medium" pitchFamily="2" charset="77"/>
              </a:defRPr>
            </a:lvl5pPr>
          </a:lstStyle>
          <a:p>
            <a:pPr lvl="0"/>
            <a:endParaRPr lang="en-US" dirty="0"/>
          </a:p>
        </p:txBody>
      </p:sp>
      <p:sp>
        <p:nvSpPr>
          <p:cNvPr id="8" name="Title 1">
            <a:extLst>
              <a:ext uri="{FF2B5EF4-FFF2-40B4-BE49-F238E27FC236}">
                <a16:creationId xmlns:a16="http://schemas.microsoft.com/office/drawing/2014/main" id="{B292BF8B-1709-86F6-A8C9-2C792F4DFE1E}"/>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chemeClr val="bg1"/>
                </a:solidFill>
                <a:latin typeface="Gelion Semi Bold" pitchFamily="2" charset="77"/>
                <a:ea typeface="Poppins"/>
                <a:cs typeface="Poppins"/>
                <a:sym typeface="Poppins"/>
              </a:rPr>
              <a:t>For People, By People</a:t>
            </a:r>
            <a:endParaRPr lang="en-US" sz="1400" b="1" i="0" spc="0" dirty="0">
              <a:solidFill>
                <a:schemeClr val="bg1"/>
              </a:solidFill>
              <a:latin typeface="Gelion Semi Bold" pitchFamily="2" charset="77"/>
            </a:endParaRPr>
          </a:p>
        </p:txBody>
      </p:sp>
      <p:pic>
        <p:nvPicPr>
          <p:cNvPr id="2" name="Picture 1">
            <a:extLst>
              <a:ext uri="{FF2B5EF4-FFF2-40B4-BE49-F238E27FC236}">
                <a16:creationId xmlns:a16="http://schemas.microsoft.com/office/drawing/2014/main" id="{19CB4735-B29A-1B7B-5809-01DC570C7F3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4459" y="164290"/>
            <a:ext cx="290883" cy="396658"/>
          </a:xfrm>
          <a:prstGeom prst="rect">
            <a:avLst/>
          </a:prstGeom>
        </p:spPr>
      </p:pic>
      <p:sp>
        <p:nvSpPr>
          <p:cNvPr id="7" name="Text Placeholder 24">
            <a:extLst>
              <a:ext uri="{FF2B5EF4-FFF2-40B4-BE49-F238E27FC236}">
                <a16:creationId xmlns:a16="http://schemas.microsoft.com/office/drawing/2014/main" id="{8C2AF7FC-6D6B-F5D5-E2E4-CAF163DD4BD9}"/>
              </a:ext>
            </a:extLst>
          </p:cNvPr>
          <p:cNvSpPr>
            <a:spLocks noGrp="1"/>
          </p:cNvSpPr>
          <p:nvPr>
            <p:ph type="body" sz="quarter" idx="16"/>
          </p:nvPr>
        </p:nvSpPr>
        <p:spPr>
          <a:xfrm>
            <a:off x="590202" y="1993900"/>
            <a:ext cx="3519085" cy="2260600"/>
          </a:xfrm>
          <a:prstGeom prst="rect">
            <a:avLst/>
          </a:prstGeom>
        </p:spPr>
        <p:txBody>
          <a:bodyPr anchor="ctr"/>
          <a:lstStyle>
            <a:lvl1pPr marL="0" indent="0">
              <a:lnSpc>
                <a:spcPct val="100000"/>
              </a:lnSpc>
              <a:buNone/>
              <a:defRPr sz="4800" b="1" i="0">
                <a:solidFill>
                  <a:srgbClr val="160629"/>
                </a:solidFill>
                <a:latin typeface="+mj-lt"/>
              </a:defRPr>
            </a:lvl1pPr>
            <a:lvl2pPr marL="457200" indent="0">
              <a:buNone/>
              <a:defRPr sz="3600" b="0" i="0">
                <a:solidFill>
                  <a:schemeClr val="bg1"/>
                </a:solidFill>
                <a:latin typeface="Gelion Medium" pitchFamily="2" charset="77"/>
              </a:defRPr>
            </a:lvl2pPr>
            <a:lvl3pPr marL="914400" indent="0">
              <a:buNone/>
              <a:defRPr sz="3600" b="0" i="0">
                <a:solidFill>
                  <a:schemeClr val="bg1"/>
                </a:solidFill>
                <a:latin typeface="Gelion Medium" pitchFamily="2" charset="77"/>
              </a:defRPr>
            </a:lvl3pPr>
            <a:lvl4pPr marL="1371600" indent="0">
              <a:buNone/>
              <a:defRPr sz="3600" b="0" i="0">
                <a:solidFill>
                  <a:schemeClr val="bg1"/>
                </a:solidFill>
                <a:latin typeface="Gelion Medium" pitchFamily="2" charset="77"/>
              </a:defRPr>
            </a:lvl4pPr>
            <a:lvl5pPr marL="1828800" indent="0">
              <a:buNone/>
              <a:defRPr sz="3600" b="0" i="0">
                <a:solidFill>
                  <a:schemeClr val="bg1"/>
                </a:solidFill>
                <a:latin typeface="Gelion Medium" pitchFamily="2" charset="77"/>
              </a:defRPr>
            </a:lvl5pPr>
          </a:lstStyle>
          <a:p>
            <a:pPr lvl="0"/>
            <a:endParaRPr lang="en-US" dirty="0"/>
          </a:p>
        </p:txBody>
      </p:sp>
      <p:sp>
        <p:nvSpPr>
          <p:cNvPr id="6" name="TextBox 5">
            <a:extLst>
              <a:ext uri="{FF2B5EF4-FFF2-40B4-BE49-F238E27FC236}">
                <a16:creationId xmlns:a16="http://schemas.microsoft.com/office/drawing/2014/main" id="{23EBE46D-5DF4-01D6-3B97-E8CD19FF35E4}"/>
              </a:ext>
            </a:extLst>
          </p:cNvPr>
          <p:cNvSpPr txBox="1"/>
          <p:nvPr userDrawn="1"/>
        </p:nvSpPr>
        <p:spPr>
          <a:xfrm>
            <a:off x="475342" y="6481141"/>
            <a:ext cx="3590089" cy="320601"/>
          </a:xfrm>
          <a:prstGeom prst="rect">
            <a:avLst/>
          </a:prstGeom>
          <a:noFill/>
        </p:spPr>
        <p:txBody>
          <a:bodyPr wrap="square" lIns="0" rIns="0">
            <a:spAutoFit/>
          </a:bodyPr>
          <a:lstStyle/>
          <a:p>
            <a:pPr marL="3175" algn="l">
              <a:lnSpc>
                <a:spcPct val="100000"/>
              </a:lnSpc>
              <a:spcAft>
                <a:spcPts val="100"/>
              </a:spcAft>
            </a:pPr>
            <a:r>
              <a:rPr lang="en-US" sz="700" kern="100" dirty="0">
                <a:solidFill>
                  <a:schemeClr val="bg2">
                    <a:lumMod val="50000"/>
                  </a:schemeClr>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p>
          <a:p>
            <a:pPr marL="3175" algn="l">
              <a:lnSpc>
                <a:spcPct val="100000"/>
              </a:lnSpc>
              <a:spcAft>
                <a:spcPts val="100"/>
              </a:spcAft>
            </a:pPr>
            <a:r>
              <a:rPr lang="en-US"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endParaRPr>
          </a:p>
        </p:txBody>
      </p:sp>
      <p:sp>
        <p:nvSpPr>
          <p:cNvPr id="9" name="TextBox 8">
            <a:extLst>
              <a:ext uri="{FF2B5EF4-FFF2-40B4-BE49-F238E27FC236}">
                <a16:creationId xmlns:a16="http://schemas.microsoft.com/office/drawing/2014/main" id="{B9006C1C-78AA-81D0-D60E-A10B02865CBD}"/>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2">
                    <a:lumMod val="50000"/>
                  </a:schemeClr>
                </a:solidFill>
                <a:latin typeface="+mj-lt"/>
                <a:ea typeface="Roboto Condensed" panose="02000000000000000000" pitchFamily="2" charset="0"/>
                <a:cs typeface="Segoe UI" panose="020B0502040204020203" pitchFamily="34" charset="0"/>
              </a:rPr>
              <a:pPr algn="ctr"/>
              <a:t>‹#›</a:t>
            </a:fld>
            <a:endParaRPr lang="id-ID" sz="2400" b="1" dirty="0">
              <a:solidFill>
                <a:schemeClr val="bg2">
                  <a:lumMod val="50000"/>
                </a:schemeClr>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42072975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Master_Agenda_0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20751DD-6EC7-F750-1BE9-780D6B2436B0}"/>
              </a:ext>
            </a:extLst>
          </p:cNvPr>
          <p:cNvSpPr/>
          <p:nvPr userDrawn="1"/>
        </p:nvSpPr>
        <p:spPr>
          <a:xfrm>
            <a:off x="4813299" y="0"/>
            <a:ext cx="7378699" cy="6858000"/>
          </a:xfrm>
          <a:prstGeom prst="rect">
            <a:avLst/>
          </a:prstGeom>
          <a:gradFill>
            <a:gsLst>
              <a:gs pos="15000">
                <a:srgbClr val="BA33CA"/>
              </a:gs>
              <a:gs pos="92000">
                <a:srgbClr val="5827E3"/>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EC6561"/>
                </a:solidFill>
              </a:rPr>
              <a:t> </a:t>
            </a:r>
          </a:p>
        </p:txBody>
      </p:sp>
      <p:sp>
        <p:nvSpPr>
          <p:cNvPr id="8" name="Text Placeholder 24">
            <a:extLst>
              <a:ext uri="{FF2B5EF4-FFF2-40B4-BE49-F238E27FC236}">
                <a16:creationId xmlns:a16="http://schemas.microsoft.com/office/drawing/2014/main" id="{A375681A-6E7D-A02C-CF39-02307566A073}"/>
              </a:ext>
            </a:extLst>
          </p:cNvPr>
          <p:cNvSpPr>
            <a:spLocks noGrp="1"/>
          </p:cNvSpPr>
          <p:nvPr>
            <p:ph type="body" sz="quarter" idx="15"/>
          </p:nvPr>
        </p:nvSpPr>
        <p:spPr>
          <a:xfrm>
            <a:off x="5602057" y="1282700"/>
            <a:ext cx="5380682" cy="4267198"/>
          </a:xfrm>
          <a:prstGeom prst="rect">
            <a:avLst/>
          </a:prstGeom>
        </p:spPr>
        <p:txBody>
          <a:bodyPr anchor="ctr"/>
          <a:lstStyle>
            <a:lvl1pPr marL="0" indent="0">
              <a:lnSpc>
                <a:spcPct val="150000"/>
              </a:lnSpc>
              <a:buNone/>
              <a:defRPr sz="2400" b="0" i="0">
                <a:solidFill>
                  <a:schemeClr val="bg1"/>
                </a:solidFill>
                <a:latin typeface="Gelion Medium" pitchFamily="2" charset="77"/>
              </a:defRPr>
            </a:lvl1pPr>
            <a:lvl2pPr marL="457200" indent="0">
              <a:buNone/>
              <a:defRPr sz="3600" b="0" i="0">
                <a:solidFill>
                  <a:schemeClr val="bg1"/>
                </a:solidFill>
                <a:latin typeface="Gelion Medium" pitchFamily="2" charset="77"/>
              </a:defRPr>
            </a:lvl2pPr>
            <a:lvl3pPr marL="914400" indent="0">
              <a:buNone/>
              <a:defRPr sz="3600" b="0" i="0">
                <a:solidFill>
                  <a:schemeClr val="bg1"/>
                </a:solidFill>
                <a:latin typeface="Gelion Medium" pitchFamily="2" charset="77"/>
              </a:defRPr>
            </a:lvl3pPr>
            <a:lvl4pPr marL="1371600" indent="0">
              <a:buNone/>
              <a:defRPr sz="3600" b="0" i="0">
                <a:solidFill>
                  <a:schemeClr val="bg1"/>
                </a:solidFill>
                <a:latin typeface="Gelion Medium" pitchFamily="2" charset="77"/>
              </a:defRPr>
            </a:lvl4pPr>
            <a:lvl5pPr marL="1828800" indent="0">
              <a:buNone/>
              <a:defRPr sz="3600" b="0" i="0">
                <a:solidFill>
                  <a:schemeClr val="bg1"/>
                </a:solidFill>
                <a:latin typeface="Gelion Medium" pitchFamily="2" charset="77"/>
              </a:defRPr>
            </a:lvl5pPr>
          </a:lstStyle>
          <a:p>
            <a:pPr lvl="0"/>
            <a:endParaRPr lang="en-US" dirty="0"/>
          </a:p>
        </p:txBody>
      </p:sp>
      <p:sp>
        <p:nvSpPr>
          <p:cNvPr id="11" name="Title 1">
            <a:extLst>
              <a:ext uri="{FF2B5EF4-FFF2-40B4-BE49-F238E27FC236}">
                <a16:creationId xmlns:a16="http://schemas.microsoft.com/office/drawing/2014/main" id="{4C4C7FEB-658E-D39A-881F-6C9E817CFD05}"/>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chemeClr val="bg1"/>
                </a:solidFill>
                <a:latin typeface="Gelion Semi Bold" pitchFamily="2" charset="77"/>
                <a:ea typeface="Poppins"/>
                <a:cs typeface="Poppins"/>
                <a:sym typeface="Poppins"/>
              </a:rPr>
              <a:t>For People, By People</a:t>
            </a:r>
            <a:endParaRPr lang="en-US" sz="1400" b="1" i="0" spc="0" dirty="0">
              <a:solidFill>
                <a:schemeClr val="bg1"/>
              </a:solidFill>
              <a:latin typeface="Gelion Semi Bold" pitchFamily="2" charset="77"/>
            </a:endParaRPr>
          </a:p>
        </p:txBody>
      </p:sp>
      <p:pic>
        <p:nvPicPr>
          <p:cNvPr id="12" name="Picture 11">
            <a:extLst>
              <a:ext uri="{FF2B5EF4-FFF2-40B4-BE49-F238E27FC236}">
                <a16:creationId xmlns:a16="http://schemas.microsoft.com/office/drawing/2014/main" id="{F1A06CD0-780E-9DC7-B1FA-EE07EC0A10F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4459" y="164290"/>
            <a:ext cx="290883" cy="396658"/>
          </a:xfrm>
          <a:prstGeom prst="rect">
            <a:avLst/>
          </a:prstGeom>
        </p:spPr>
      </p:pic>
      <p:sp>
        <p:nvSpPr>
          <p:cNvPr id="4" name="Text Placeholder 24">
            <a:extLst>
              <a:ext uri="{FF2B5EF4-FFF2-40B4-BE49-F238E27FC236}">
                <a16:creationId xmlns:a16="http://schemas.microsoft.com/office/drawing/2014/main" id="{C2B24483-213A-E2B0-1C1F-C2B15068A488}"/>
              </a:ext>
            </a:extLst>
          </p:cNvPr>
          <p:cNvSpPr>
            <a:spLocks noGrp="1"/>
          </p:cNvSpPr>
          <p:nvPr>
            <p:ph type="body" sz="quarter" idx="16"/>
          </p:nvPr>
        </p:nvSpPr>
        <p:spPr>
          <a:xfrm>
            <a:off x="590202" y="1993900"/>
            <a:ext cx="3519085" cy="2260600"/>
          </a:xfrm>
          <a:prstGeom prst="rect">
            <a:avLst/>
          </a:prstGeom>
        </p:spPr>
        <p:txBody>
          <a:bodyPr anchor="ctr"/>
          <a:lstStyle>
            <a:lvl1pPr marL="0" indent="0">
              <a:lnSpc>
                <a:spcPct val="100000"/>
              </a:lnSpc>
              <a:buNone/>
              <a:defRPr sz="4800" b="1" i="0">
                <a:solidFill>
                  <a:srgbClr val="160629"/>
                </a:solidFill>
                <a:latin typeface="+mj-lt"/>
              </a:defRPr>
            </a:lvl1pPr>
            <a:lvl2pPr marL="457200" indent="0">
              <a:buNone/>
              <a:defRPr sz="3600" b="0" i="0">
                <a:solidFill>
                  <a:schemeClr val="bg1"/>
                </a:solidFill>
                <a:latin typeface="Gelion Medium" pitchFamily="2" charset="77"/>
              </a:defRPr>
            </a:lvl2pPr>
            <a:lvl3pPr marL="914400" indent="0">
              <a:buNone/>
              <a:defRPr sz="3600" b="0" i="0">
                <a:solidFill>
                  <a:schemeClr val="bg1"/>
                </a:solidFill>
                <a:latin typeface="Gelion Medium" pitchFamily="2" charset="77"/>
              </a:defRPr>
            </a:lvl3pPr>
            <a:lvl4pPr marL="1371600" indent="0">
              <a:buNone/>
              <a:defRPr sz="3600" b="0" i="0">
                <a:solidFill>
                  <a:schemeClr val="bg1"/>
                </a:solidFill>
                <a:latin typeface="Gelion Medium" pitchFamily="2" charset="77"/>
              </a:defRPr>
            </a:lvl4pPr>
            <a:lvl5pPr marL="1828800" indent="0">
              <a:buNone/>
              <a:defRPr sz="3600" b="0" i="0">
                <a:solidFill>
                  <a:schemeClr val="bg1"/>
                </a:solidFill>
                <a:latin typeface="Gelion Medium" pitchFamily="2" charset="77"/>
              </a:defRPr>
            </a:lvl5pPr>
          </a:lstStyle>
          <a:p>
            <a:pPr lvl="0"/>
            <a:endParaRPr lang="en-US" dirty="0"/>
          </a:p>
        </p:txBody>
      </p:sp>
      <p:sp>
        <p:nvSpPr>
          <p:cNvPr id="5" name="TextBox 4">
            <a:extLst>
              <a:ext uri="{FF2B5EF4-FFF2-40B4-BE49-F238E27FC236}">
                <a16:creationId xmlns:a16="http://schemas.microsoft.com/office/drawing/2014/main" id="{C5AC7CED-0026-8AC5-6BD7-2B9EB4375256}"/>
              </a:ext>
            </a:extLst>
          </p:cNvPr>
          <p:cNvSpPr txBox="1"/>
          <p:nvPr userDrawn="1"/>
        </p:nvSpPr>
        <p:spPr>
          <a:xfrm>
            <a:off x="475342" y="6481141"/>
            <a:ext cx="3590089" cy="320601"/>
          </a:xfrm>
          <a:prstGeom prst="rect">
            <a:avLst/>
          </a:prstGeom>
          <a:noFill/>
        </p:spPr>
        <p:txBody>
          <a:bodyPr wrap="square" lIns="0" rIns="0">
            <a:spAutoFit/>
          </a:bodyPr>
          <a:lstStyle/>
          <a:p>
            <a:pPr marL="3175" algn="l">
              <a:lnSpc>
                <a:spcPct val="100000"/>
              </a:lnSpc>
              <a:spcAft>
                <a:spcPts val="100"/>
              </a:spcAft>
            </a:pPr>
            <a:r>
              <a:rPr lang="en-US" sz="700" kern="100" dirty="0">
                <a:solidFill>
                  <a:schemeClr val="bg2">
                    <a:lumMod val="50000"/>
                  </a:schemeClr>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p>
          <a:p>
            <a:pPr marL="3175" algn="l">
              <a:lnSpc>
                <a:spcPct val="100000"/>
              </a:lnSpc>
              <a:spcAft>
                <a:spcPts val="100"/>
              </a:spcAft>
            </a:pPr>
            <a:r>
              <a:rPr lang="en-US"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endParaRPr>
          </a:p>
        </p:txBody>
      </p:sp>
      <p:sp>
        <p:nvSpPr>
          <p:cNvPr id="6" name="TextBox 5">
            <a:extLst>
              <a:ext uri="{FF2B5EF4-FFF2-40B4-BE49-F238E27FC236}">
                <a16:creationId xmlns:a16="http://schemas.microsoft.com/office/drawing/2014/main" id="{E8AAEA4F-76A7-5B01-71D7-E66EB76A347E}"/>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2">
                    <a:lumMod val="50000"/>
                  </a:schemeClr>
                </a:solidFill>
                <a:latin typeface="+mj-lt"/>
                <a:ea typeface="Roboto Condensed" panose="02000000000000000000" pitchFamily="2" charset="0"/>
                <a:cs typeface="Segoe UI" panose="020B0502040204020203" pitchFamily="34" charset="0"/>
              </a:rPr>
              <a:pPr algn="ctr"/>
              <a:t>‹#›</a:t>
            </a:fld>
            <a:endParaRPr lang="id-ID" sz="2400" b="1" dirty="0">
              <a:solidFill>
                <a:schemeClr val="bg2">
                  <a:lumMod val="50000"/>
                </a:schemeClr>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9210961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Master_Agenda_0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BBD229B-F49E-7617-CEA1-7673077DB7B7}"/>
              </a:ext>
            </a:extLst>
          </p:cNvPr>
          <p:cNvSpPr/>
          <p:nvPr userDrawn="1"/>
        </p:nvSpPr>
        <p:spPr>
          <a:xfrm>
            <a:off x="4813300" y="0"/>
            <a:ext cx="7378699" cy="6858000"/>
          </a:xfrm>
          <a:prstGeom prst="rect">
            <a:avLst/>
          </a:prstGeom>
          <a:gradFill>
            <a:gsLst>
              <a:gs pos="0">
                <a:srgbClr val="FF782C"/>
              </a:gs>
              <a:gs pos="100000">
                <a:srgbClr val="F6B94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EC6561"/>
                </a:solidFill>
              </a:rPr>
              <a:t> </a:t>
            </a:r>
          </a:p>
        </p:txBody>
      </p:sp>
      <p:sp>
        <p:nvSpPr>
          <p:cNvPr id="8" name="Text Placeholder 24">
            <a:extLst>
              <a:ext uri="{FF2B5EF4-FFF2-40B4-BE49-F238E27FC236}">
                <a16:creationId xmlns:a16="http://schemas.microsoft.com/office/drawing/2014/main" id="{A375681A-6E7D-A02C-CF39-02307566A073}"/>
              </a:ext>
            </a:extLst>
          </p:cNvPr>
          <p:cNvSpPr>
            <a:spLocks noGrp="1"/>
          </p:cNvSpPr>
          <p:nvPr>
            <p:ph type="body" sz="quarter" idx="15"/>
          </p:nvPr>
        </p:nvSpPr>
        <p:spPr>
          <a:xfrm>
            <a:off x="5602057" y="1282700"/>
            <a:ext cx="5380682" cy="4267198"/>
          </a:xfrm>
          <a:prstGeom prst="rect">
            <a:avLst/>
          </a:prstGeom>
        </p:spPr>
        <p:txBody>
          <a:bodyPr anchor="ctr"/>
          <a:lstStyle>
            <a:lvl1pPr marL="0" indent="0">
              <a:lnSpc>
                <a:spcPct val="150000"/>
              </a:lnSpc>
              <a:buNone/>
              <a:defRPr sz="2400" b="0" i="0">
                <a:solidFill>
                  <a:schemeClr val="bg1"/>
                </a:solidFill>
                <a:latin typeface="Gelion Medium" pitchFamily="2" charset="77"/>
              </a:defRPr>
            </a:lvl1pPr>
            <a:lvl2pPr marL="457200" indent="0">
              <a:buNone/>
              <a:defRPr sz="3600" b="0" i="0">
                <a:solidFill>
                  <a:schemeClr val="bg1"/>
                </a:solidFill>
                <a:latin typeface="Gelion Medium" pitchFamily="2" charset="77"/>
              </a:defRPr>
            </a:lvl2pPr>
            <a:lvl3pPr marL="914400" indent="0">
              <a:buNone/>
              <a:defRPr sz="3600" b="0" i="0">
                <a:solidFill>
                  <a:schemeClr val="bg1"/>
                </a:solidFill>
                <a:latin typeface="Gelion Medium" pitchFamily="2" charset="77"/>
              </a:defRPr>
            </a:lvl3pPr>
            <a:lvl4pPr marL="1371600" indent="0">
              <a:buNone/>
              <a:defRPr sz="3600" b="0" i="0">
                <a:solidFill>
                  <a:schemeClr val="bg1"/>
                </a:solidFill>
                <a:latin typeface="Gelion Medium" pitchFamily="2" charset="77"/>
              </a:defRPr>
            </a:lvl4pPr>
            <a:lvl5pPr marL="1828800" indent="0">
              <a:buNone/>
              <a:defRPr sz="3600" b="0" i="0">
                <a:solidFill>
                  <a:schemeClr val="bg1"/>
                </a:solidFill>
                <a:latin typeface="Gelion Medium" pitchFamily="2" charset="77"/>
              </a:defRPr>
            </a:lvl5pPr>
          </a:lstStyle>
          <a:p>
            <a:pPr lvl="0"/>
            <a:endParaRPr lang="en-US" dirty="0"/>
          </a:p>
        </p:txBody>
      </p:sp>
      <p:sp>
        <p:nvSpPr>
          <p:cNvPr id="11" name="Title 1">
            <a:extLst>
              <a:ext uri="{FF2B5EF4-FFF2-40B4-BE49-F238E27FC236}">
                <a16:creationId xmlns:a16="http://schemas.microsoft.com/office/drawing/2014/main" id="{1F8BFA3D-CECD-A57D-84A2-662A2615C7A5}"/>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chemeClr val="bg1"/>
                </a:solidFill>
                <a:latin typeface="Gelion Semi Bold" pitchFamily="2" charset="77"/>
                <a:ea typeface="Poppins"/>
                <a:cs typeface="Poppins"/>
                <a:sym typeface="Poppins"/>
              </a:rPr>
              <a:t>For People, By People</a:t>
            </a:r>
            <a:endParaRPr lang="en-US" sz="1400" b="1" i="0" spc="0" dirty="0">
              <a:solidFill>
                <a:schemeClr val="bg1"/>
              </a:solidFill>
              <a:latin typeface="Gelion Semi Bold" pitchFamily="2" charset="77"/>
            </a:endParaRPr>
          </a:p>
        </p:txBody>
      </p:sp>
      <p:pic>
        <p:nvPicPr>
          <p:cNvPr id="13" name="Picture 12">
            <a:extLst>
              <a:ext uri="{FF2B5EF4-FFF2-40B4-BE49-F238E27FC236}">
                <a16:creationId xmlns:a16="http://schemas.microsoft.com/office/drawing/2014/main" id="{B97BD8A7-22B0-00E4-1537-5BBF06063D8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4459" y="164290"/>
            <a:ext cx="290883" cy="396658"/>
          </a:xfrm>
          <a:prstGeom prst="rect">
            <a:avLst/>
          </a:prstGeom>
        </p:spPr>
      </p:pic>
      <p:sp>
        <p:nvSpPr>
          <p:cNvPr id="2" name="Text Placeholder 24">
            <a:extLst>
              <a:ext uri="{FF2B5EF4-FFF2-40B4-BE49-F238E27FC236}">
                <a16:creationId xmlns:a16="http://schemas.microsoft.com/office/drawing/2014/main" id="{14EF9D03-226D-0EEC-D231-C0192AEA00EE}"/>
              </a:ext>
            </a:extLst>
          </p:cNvPr>
          <p:cNvSpPr>
            <a:spLocks noGrp="1"/>
          </p:cNvSpPr>
          <p:nvPr>
            <p:ph type="body" sz="quarter" idx="16"/>
          </p:nvPr>
        </p:nvSpPr>
        <p:spPr>
          <a:xfrm>
            <a:off x="590202" y="1993900"/>
            <a:ext cx="3519085" cy="2260600"/>
          </a:xfrm>
          <a:prstGeom prst="rect">
            <a:avLst/>
          </a:prstGeom>
        </p:spPr>
        <p:txBody>
          <a:bodyPr anchor="ctr"/>
          <a:lstStyle>
            <a:lvl1pPr marL="0" indent="0">
              <a:lnSpc>
                <a:spcPct val="100000"/>
              </a:lnSpc>
              <a:buNone/>
              <a:defRPr sz="4800" b="1" i="0">
                <a:solidFill>
                  <a:srgbClr val="160629"/>
                </a:solidFill>
                <a:latin typeface="+mj-lt"/>
              </a:defRPr>
            </a:lvl1pPr>
            <a:lvl2pPr marL="457200" indent="0">
              <a:buNone/>
              <a:defRPr sz="3600" b="0" i="0">
                <a:solidFill>
                  <a:schemeClr val="bg1"/>
                </a:solidFill>
                <a:latin typeface="Gelion Medium" pitchFamily="2" charset="77"/>
              </a:defRPr>
            </a:lvl2pPr>
            <a:lvl3pPr marL="914400" indent="0">
              <a:buNone/>
              <a:defRPr sz="3600" b="0" i="0">
                <a:solidFill>
                  <a:schemeClr val="bg1"/>
                </a:solidFill>
                <a:latin typeface="Gelion Medium" pitchFamily="2" charset="77"/>
              </a:defRPr>
            </a:lvl3pPr>
            <a:lvl4pPr marL="1371600" indent="0">
              <a:buNone/>
              <a:defRPr sz="3600" b="0" i="0">
                <a:solidFill>
                  <a:schemeClr val="bg1"/>
                </a:solidFill>
                <a:latin typeface="Gelion Medium" pitchFamily="2" charset="77"/>
              </a:defRPr>
            </a:lvl4pPr>
            <a:lvl5pPr marL="1828800" indent="0">
              <a:buNone/>
              <a:defRPr sz="3600" b="0" i="0">
                <a:solidFill>
                  <a:schemeClr val="bg1"/>
                </a:solidFill>
                <a:latin typeface="Gelion Medium" pitchFamily="2" charset="77"/>
              </a:defRPr>
            </a:lvl5pPr>
          </a:lstStyle>
          <a:p>
            <a:pPr lvl="0"/>
            <a:endParaRPr lang="en-US" dirty="0"/>
          </a:p>
        </p:txBody>
      </p:sp>
      <p:sp>
        <p:nvSpPr>
          <p:cNvPr id="4" name="TextBox 3">
            <a:extLst>
              <a:ext uri="{FF2B5EF4-FFF2-40B4-BE49-F238E27FC236}">
                <a16:creationId xmlns:a16="http://schemas.microsoft.com/office/drawing/2014/main" id="{BAB6D8A5-E64E-D1B4-B4E8-512E8F1207BD}"/>
              </a:ext>
            </a:extLst>
          </p:cNvPr>
          <p:cNvSpPr txBox="1"/>
          <p:nvPr userDrawn="1"/>
        </p:nvSpPr>
        <p:spPr>
          <a:xfrm>
            <a:off x="475342" y="6481141"/>
            <a:ext cx="3590089" cy="320601"/>
          </a:xfrm>
          <a:prstGeom prst="rect">
            <a:avLst/>
          </a:prstGeom>
          <a:noFill/>
        </p:spPr>
        <p:txBody>
          <a:bodyPr wrap="square" lIns="0" rIns="0">
            <a:spAutoFit/>
          </a:bodyPr>
          <a:lstStyle/>
          <a:p>
            <a:pPr marL="3175" algn="l">
              <a:lnSpc>
                <a:spcPct val="100000"/>
              </a:lnSpc>
              <a:spcAft>
                <a:spcPts val="100"/>
              </a:spcAft>
            </a:pPr>
            <a:r>
              <a:rPr lang="en-US" sz="700" kern="100" dirty="0">
                <a:solidFill>
                  <a:schemeClr val="bg2">
                    <a:lumMod val="50000"/>
                  </a:schemeClr>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p>
          <a:p>
            <a:pPr marL="3175" algn="l">
              <a:lnSpc>
                <a:spcPct val="100000"/>
              </a:lnSpc>
              <a:spcAft>
                <a:spcPts val="100"/>
              </a:spcAft>
            </a:pPr>
            <a:r>
              <a:rPr lang="en-US"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endParaRPr>
          </a:p>
        </p:txBody>
      </p:sp>
      <p:sp>
        <p:nvSpPr>
          <p:cNvPr id="5" name="TextBox 4">
            <a:extLst>
              <a:ext uri="{FF2B5EF4-FFF2-40B4-BE49-F238E27FC236}">
                <a16:creationId xmlns:a16="http://schemas.microsoft.com/office/drawing/2014/main" id="{9D8C5E69-28C7-E08F-2736-BE60B0A2BAC4}"/>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2">
                    <a:lumMod val="50000"/>
                  </a:schemeClr>
                </a:solidFill>
                <a:latin typeface="+mj-lt"/>
                <a:ea typeface="Roboto Condensed" panose="02000000000000000000" pitchFamily="2" charset="0"/>
                <a:cs typeface="Segoe UI" panose="020B0502040204020203" pitchFamily="34" charset="0"/>
              </a:rPr>
              <a:pPr algn="ctr"/>
              <a:t>‹#›</a:t>
            </a:fld>
            <a:endParaRPr lang="id-ID" sz="2400" b="1" dirty="0">
              <a:solidFill>
                <a:schemeClr val="bg2">
                  <a:lumMod val="50000"/>
                </a:schemeClr>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24257618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aster_Content_Divider_0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6BAF0D-1381-5DCE-B237-D4343900B59C}"/>
              </a:ext>
            </a:extLst>
          </p:cNvPr>
          <p:cNvSpPr/>
          <p:nvPr userDrawn="1"/>
        </p:nvSpPr>
        <p:spPr>
          <a:xfrm rot="5400000">
            <a:off x="2665476" y="-2665476"/>
            <a:ext cx="6858000" cy="12188952"/>
          </a:xfrm>
          <a:prstGeom prst="rect">
            <a:avLst/>
          </a:prstGeom>
          <a:gradFill>
            <a:gsLst>
              <a:gs pos="0">
                <a:srgbClr val="5827E3"/>
              </a:gs>
              <a:gs pos="86000">
                <a:srgbClr val="2F40EF"/>
              </a:gs>
            </a:gsLst>
            <a:lin ang="2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BF9B42CB-0FD6-F021-8864-32C9220E2E48}"/>
              </a:ext>
            </a:extLst>
          </p:cNvPr>
          <p:cNvSpPr txBox="1"/>
          <p:nvPr userDrawn="1"/>
        </p:nvSpPr>
        <p:spPr>
          <a:xfrm>
            <a:off x="706173" y="6555659"/>
            <a:ext cx="8604015"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1"/>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1"/>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1"/>
              </a:solidFill>
              <a:effectLst/>
              <a:latin typeface="Gelion" pitchFamily="2" charset="77"/>
              <a:ea typeface="DengXian" panose="02010600030101010101" pitchFamily="2" charset="-122"/>
              <a:cs typeface="Arial" panose="020B0604020202020204" pitchFamily="34" charset="0"/>
            </a:endParaRPr>
          </a:p>
        </p:txBody>
      </p:sp>
      <p:sp>
        <p:nvSpPr>
          <p:cNvPr id="4" name="Text Placeholder 3">
            <a:extLst>
              <a:ext uri="{FF2B5EF4-FFF2-40B4-BE49-F238E27FC236}">
                <a16:creationId xmlns:a16="http://schemas.microsoft.com/office/drawing/2014/main" id="{8AFE5D72-FC6F-4B55-8545-F123EC49D797}"/>
              </a:ext>
            </a:extLst>
          </p:cNvPr>
          <p:cNvSpPr>
            <a:spLocks noGrp="1"/>
          </p:cNvSpPr>
          <p:nvPr>
            <p:ph type="body" sz="quarter" idx="10" hasCustomPrompt="1"/>
          </p:nvPr>
        </p:nvSpPr>
        <p:spPr>
          <a:xfrm>
            <a:off x="673963" y="1284048"/>
            <a:ext cx="1411806" cy="1411807"/>
          </a:xfrm>
          <a:prstGeom prst="rect">
            <a:avLst/>
          </a:prstGeom>
          <a:effectLst/>
        </p:spPr>
        <p:txBody>
          <a:bodyPr anchor="ctr"/>
          <a:lstStyle>
            <a:lvl1pPr marL="0" indent="0" algn="ctr">
              <a:buNone/>
              <a:defRPr sz="6000" b="0" i="0">
                <a:solidFill>
                  <a:schemeClr val="accent2">
                    <a:lumMod val="60000"/>
                    <a:lumOff val="40000"/>
                  </a:schemeClr>
                </a:solidFill>
                <a:latin typeface="Gelion Medium" pitchFamily="2"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01</a:t>
            </a:r>
          </a:p>
        </p:txBody>
      </p:sp>
      <p:pic>
        <p:nvPicPr>
          <p:cNvPr id="13" name="Picture 12">
            <a:extLst>
              <a:ext uri="{FF2B5EF4-FFF2-40B4-BE49-F238E27FC236}">
                <a16:creationId xmlns:a16="http://schemas.microsoft.com/office/drawing/2014/main" id="{C1C922CB-BC42-F85B-A0FD-E95C1726F0A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84459" y="162350"/>
            <a:ext cx="290884" cy="394101"/>
          </a:xfrm>
          <a:prstGeom prst="rect">
            <a:avLst/>
          </a:prstGeom>
        </p:spPr>
      </p:pic>
      <p:sp>
        <p:nvSpPr>
          <p:cNvPr id="14" name="Title 1">
            <a:extLst>
              <a:ext uri="{FF2B5EF4-FFF2-40B4-BE49-F238E27FC236}">
                <a16:creationId xmlns:a16="http://schemas.microsoft.com/office/drawing/2014/main" id="{0E8F1015-F1E9-1D84-F8A9-22E1708D4A98}"/>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chemeClr val="bg1"/>
                </a:solidFill>
                <a:latin typeface="Gelion Semi Bold" pitchFamily="2" charset="77"/>
                <a:ea typeface="Poppins"/>
                <a:cs typeface="Poppins"/>
                <a:sym typeface="Poppins"/>
              </a:rPr>
              <a:t>For People, By People</a:t>
            </a:r>
            <a:endParaRPr lang="en-US" sz="1400" b="1" i="0" spc="0" dirty="0">
              <a:solidFill>
                <a:schemeClr val="bg1"/>
              </a:solidFill>
              <a:latin typeface="Gelion Semi Bold" pitchFamily="2" charset="77"/>
            </a:endParaRPr>
          </a:p>
        </p:txBody>
      </p:sp>
      <p:sp>
        <p:nvSpPr>
          <p:cNvPr id="15" name="Oval 14">
            <a:extLst>
              <a:ext uri="{FF2B5EF4-FFF2-40B4-BE49-F238E27FC236}">
                <a16:creationId xmlns:a16="http://schemas.microsoft.com/office/drawing/2014/main" id="{F3CB9E6C-4C67-C179-94BB-EB12872FF235}"/>
              </a:ext>
            </a:extLst>
          </p:cNvPr>
          <p:cNvSpPr/>
          <p:nvPr userDrawn="1"/>
        </p:nvSpPr>
        <p:spPr>
          <a:xfrm>
            <a:off x="7183820" y="1335352"/>
            <a:ext cx="6497056" cy="6497056"/>
          </a:xfrm>
          <a:prstGeom prst="ellipse">
            <a:avLst/>
          </a:prstGeom>
          <a:noFill/>
          <a:ln w="381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icture Placeholder 5">
            <a:extLst>
              <a:ext uri="{FF2B5EF4-FFF2-40B4-BE49-F238E27FC236}">
                <a16:creationId xmlns:a16="http://schemas.microsoft.com/office/drawing/2014/main" id="{69C626BC-17AC-6030-88D0-229665B1764D}"/>
              </a:ext>
            </a:extLst>
          </p:cNvPr>
          <p:cNvSpPr>
            <a:spLocks noGrp="1"/>
          </p:cNvSpPr>
          <p:nvPr>
            <p:ph type="pic" sz="quarter" idx="13"/>
          </p:nvPr>
        </p:nvSpPr>
        <p:spPr>
          <a:xfrm>
            <a:off x="7482106" y="1648344"/>
            <a:ext cx="6058887" cy="5936822"/>
          </a:xfrm>
          <a:prstGeom prst="ellipse">
            <a:avLst/>
          </a:prstGeom>
        </p:spPr>
        <p:txBody>
          <a:bodyPr/>
          <a:lstStyle>
            <a:lvl1pPr marL="0" indent="0">
              <a:buNone/>
              <a:defRPr/>
            </a:lvl1pPr>
          </a:lstStyle>
          <a:p>
            <a:endParaRPr lang="en-US" dirty="0"/>
          </a:p>
        </p:txBody>
      </p:sp>
      <p:sp>
        <p:nvSpPr>
          <p:cNvPr id="18" name="Text Placeholder 17">
            <a:extLst>
              <a:ext uri="{FF2B5EF4-FFF2-40B4-BE49-F238E27FC236}">
                <a16:creationId xmlns:a16="http://schemas.microsoft.com/office/drawing/2014/main" id="{DAD19241-24C5-E55C-FB03-2A63BB00A900}"/>
              </a:ext>
            </a:extLst>
          </p:cNvPr>
          <p:cNvSpPr>
            <a:spLocks noGrp="1"/>
          </p:cNvSpPr>
          <p:nvPr>
            <p:ph type="body" sz="quarter" idx="14"/>
          </p:nvPr>
        </p:nvSpPr>
        <p:spPr>
          <a:xfrm>
            <a:off x="673963" y="3009487"/>
            <a:ext cx="6369974" cy="2200169"/>
          </a:xfrm>
          <a:prstGeom prst="rect">
            <a:avLst/>
          </a:prstGeom>
        </p:spPr>
        <p:txBody>
          <a:bodyPr/>
          <a:lstStyle>
            <a:lvl1pPr marL="0" indent="0">
              <a:lnSpc>
                <a:spcPct val="100000"/>
              </a:lnSpc>
              <a:buNone/>
              <a:defRPr sz="5400" b="1" i="0">
                <a:solidFill>
                  <a:schemeClr val="bg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9" name="Oval 18">
            <a:extLst>
              <a:ext uri="{FF2B5EF4-FFF2-40B4-BE49-F238E27FC236}">
                <a16:creationId xmlns:a16="http://schemas.microsoft.com/office/drawing/2014/main" id="{3A74F621-4119-C665-8AED-597C5EC8D7CC}"/>
              </a:ext>
            </a:extLst>
          </p:cNvPr>
          <p:cNvSpPr/>
          <p:nvPr userDrawn="1"/>
        </p:nvSpPr>
        <p:spPr>
          <a:xfrm>
            <a:off x="673963" y="1284048"/>
            <a:ext cx="1411806" cy="1411806"/>
          </a:xfrm>
          <a:prstGeom prst="ellipse">
            <a:avLst/>
          </a:prstGeom>
          <a:noFill/>
          <a:ln w="381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5675082-90D7-2280-80B4-8BCF11CB8897}"/>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1"/>
                </a:solidFill>
                <a:latin typeface="+mj-lt"/>
                <a:ea typeface="Roboto Condensed" panose="02000000000000000000" pitchFamily="2" charset="0"/>
                <a:cs typeface="Segoe UI" panose="020B0502040204020203" pitchFamily="34" charset="0"/>
              </a:rPr>
              <a:pPr algn="ctr"/>
              <a:t>‹#›</a:t>
            </a:fld>
            <a:endParaRPr lang="id-ID" sz="2400" b="1" dirty="0">
              <a:solidFill>
                <a:schemeClr val="bg1"/>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12171529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Master_Content_Divider_0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5F5146-2C9D-45AD-5D77-31DC6FFBD9D2}"/>
              </a:ext>
            </a:extLst>
          </p:cNvPr>
          <p:cNvSpPr/>
          <p:nvPr userDrawn="1"/>
        </p:nvSpPr>
        <p:spPr>
          <a:xfrm>
            <a:off x="1" y="0"/>
            <a:ext cx="12191998" cy="6858000"/>
          </a:xfrm>
          <a:prstGeom prst="rect">
            <a:avLst/>
          </a:prstGeom>
          <a:gradFill>
            <a:gsLst>
              <a:gs pos="15000">
                <a:srgbClr val="BA33CA"/>
              </a:gs>
              <a:gs pos="92000">
                <a:srgbClr val="5827E3"/>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EC6561"/>
                </a:solidFill>
              </a:rPr>
              <a:t> </a:t>
            </a:r>
          </a:p>
        </p:txBody>
      </p:sp>
      <p:sp>
        <p:nvSpPr>
          <p:cNvPr id="4" name="Text Placeholder 3">
            <a:extLst>
              <a:ext uri="{FF2B5EF4-FFF2-40B4-BE49-F238E27FC236}">
                <a16:creationId xmlns:a16="http://schemas.microsoft.com/office/drawing/2014/main" id="{8AFE5D72-FC6F-4B55-8545-F123EC49D797}"/>
              </a:ext>
            </a:extLst>
          </p:cNvPr>
          <p:cNvSpPr>
            <a:spLocks noGrp="1"/>
          </p:cNvSpPr>
          <p:nvPr>
            <p:ph type="body" sz="quarter" idx="10" hasCustomPrompt="1"/>
          </p:nvPr>
        </p:nvSpPr>
        <p:spPr>
          <a:xfrm>
            <a:off x="673963" y="1284048"/>
            <a:ext cx="1411806" cy="1411807"/>
          </a:xfrm>
          <a:prstGeom prst="rect">
            <a:avLst/>
          </a:prstGeom>
          <a:noFill/>
          <a:effectLst/>
        </p:spPr>
        <p:txBody>
          <a:bodyPr anchor="ctr"/>
          <a:lstStyle>
            <a:lvl1pPr marL="0" indent="0" algn="ctr">
              <a:buNone/>
              <a:defRPr sz="6000" b="0" i="0">
                <a:solidFill>
                  <a:schemeClr val="accent3">
                    <a:lumMod val="60000"/>
                    <a:lumOff val="40000"/>
                  </a:schemeClr>
                </a:solidFill>
                <a:latin typeface="Gelion Medium" pitchFamily="2"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01</a:t>
            </a:r>
          </a:p>
        </p:txBody>
      </p:sp>
      <p:pic>
        <p:nvPicPr>
          <p:cNvPr id="13" name="Picture 12">
            <a:extLst>
              <a:ext uri="{FF2B5EF4-FFF2-40B4-BE49-F238E27FC236}">
                <a16:creationId xmlns:a16="http://schemas.microsoft.com/office/drawing/2014/main" id="{C1C922CB-BC42-F85B-A0FD-E95C1726F0A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84459" y="162350"/>
            <a:ext cx="290884" cy="394101"/>
          </a:xfrm>
          <a:prstGeom prst="rect">
            <a:avLst/>
          </a:prstGeom>
        </p:spPr>
      </p:pic>
      <p:sp>
        <p:nvSpPr>
          <p:cNvPr id="14" name="Title 1">
            <a:extLst>
              <a:ext uri="{FF2B5EF4-FFF2-40B4-BE49-F238E27FC236}">
                <a16:creationId xmlns:a16="http://schemas.microsoft.com/office/drawing/2014/main" id="{0E8F1015-F1E9-1D84-F8A9-22E1708D4A98}"/>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chemeClr val="bg1"/>
                </a:solidFill>
                <a:latin typeface="Gelion Semi Bold" pitchFamily="2" charset="77"/>
                <a:ea typeface="Poppins"/>
                <a:cs typeface="Poppins"/>
                <a:sym typeface="Poppins"/>
              </a:rPr>
              <a:t>For People, By People</a:t>
            </a:r>
            <a:endParaRPr lang="en-US" sz="1400" b="1" i="0" spc="0" dirty="0">
              <a:solidFill>
                <a:schemeClr val="bg1"/>
              </a:solidFill>
              <a:latin typeface="Gelion Semi Bold" pitchFamily="2" charset="77"/>
            </a:endParaRPr>
          </a:p>
        </p:txBody>
      </p:sp>
      <p:sp>
        <p:nvSpPr>
          <p:cNvPr id="15" name="Oval 14">
            <a:extLst>
              <a:ext uri="{FF2B5EF4-FFF2-40B4-BE49-F238E27FC236}">
                <a16:creationId xmlns:a16="http://schemas.microsoft.com/office/drawing/2014/main" id="{F3CB9E6C-4C67-C179-94BB-EB12872FF235}"/>
              </a:ext>
            </a:extLst>
          </p:cNvPr>
          <p:cNvSpPr/>
          <p:nvPr userDrawn="1"/>
        </p:nvSpPr>
        <p:spPr>
          <a:xfrm>
            <a:off x="7183820" y="1335352"/>
            <a:ext cx="6497056" cy="6497056"/>
          </a:xfrm>
          <a:prstGeom prst="ellipse">
            <a:avLst/>
          </a:prstGeom>
          <a:no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icture Placeholder 5">
            <a:extLst>
              <a:ext uri="{FF2B5EF4-FFF2-40B4-BE49-F238E27FC236}">
                <a16:creationId xmlns:a16="http://schemas.microsoft.com/office/drawing/2014/main" id="{69C626BC-17AC-6030-88D0-229665B1764D}"/>
              </a:ext>
            </a:extLst>
          </p:cNvPr>
          <p:cNvSpPr>
            <a:spLocks noGrp="1"/>
          </p:cNvSpPr>
          <p:nvPr>
            <p:ph type="pic" sz="quarter" idx="13"/>
          </p:nvPr>
        </p:nvSpPr>
        <p:spPr>
          <a:xfrm>
            <a:off x="7482106" y="1648344"/>
            <a:ext cx="6058887" cy="5936822"/>
          </a:xfrm>
          <a:prstGeom prst="ellipse">
            <a:avLst/>
          </a:prstGeom>
        </p:spPr>
        <p:txBody>
          <a:bodyPr/>
          <a:lstStyle>
            <a:lvl1pPr marL="0" indent="0">
              <a:buNone/>
              <a:defRPr/>
            </a:lvl1pPr>
          </a:lstStyle>
          <a:p>
            <a:endParaRPr lang="en-US" dirty="0"/>
          </a:p>
        </p:txBody>
      </p:sp>
      <p:sp>
        <p:nvSpPr>
          <p:cNvPr id="19" name="Oval 18">
            <a:extLst>
              <a:ext uri="{FF2B5EF4-FFF2-40B4-BE49-F238E27FC236}">
                <a16:creationId xmlns:a16="http://schemas.microsoft.com/office/drawing/2014/main" id="{3A74F621-4119-C665-8AED-597C5EC8D7CC}"/>
              </a:ext>
            </a:extLst>
          </p:cNvPr>
          <p:cNvSpPr/>
          <p:nvPr userDrawn="1"/>
        </p:nvSpPr>
        <p:spPr>
          <a:xfrm>
            <a:off x="673963" y="1284048"/>
            <a:ext cx="1411806" cy="1411806"/>
          </a:xfrm>
          <a:prstGeom prst="ellipse">
            <a:avLst/>
          </a:prstGeom>
          <a:no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17">
            <a:extLst>
              <a:ext uri="{FF2B5EF4-FFF2-40B4-BE49-F238E27FC236}">
                <a16:creationId xmlns:a16="http://schemas.microsoft.com/office/drawing/2014/main" id="{9C369B06-CF5B-5FFD-85B8-18D3809358E2}"/>
              </a:ext>
            </a:extLst>
          </p:cNvPr>
          <p:cNvSpPr>
            <a:spLocks noGrp="1"/>
          </p:cNvSpPr>
          <p:nvPr>
            <p:ph type="body" sz="quarter" idx="14"/>
          </p:nvPr>
        </p:nvSpPr>
        <p:spPr>
          <a:xfrm>
            <a:off x="673963" y="3009487"/>
            <a:ext cx="6369974" cy="2200169"/>
          </a:xfrm>
          <a:prstGeom prst="rect">
            <a:avLst/>
          </a:prstGeom>
        </p:spPr>
        <p:txBody>
          <a:bodyPr/>
          <a:lstStyle>
            <a:lvl1pPr marL="0" indent="0">
              <a:lnSpc>
                <a:spcPct val="100000"/>
              </a:lnSpc>
              <a:buNone/>
              <a:defRPr sz="5400" b="1" i="0">
                <a:solidFill>
                  <a:schemeClr val="bg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6" name="TextBox 5">
            <a:extLst>
              <a:ext uri="{FF2B5EF4-FFF2-40B4-BE49-F238E27FC236}">
                <a16:creationId xmlns:a16="http://schemas.microsoft.com/office/drawing/2014/main" id="{29E5DF49-8E28-5E33-D215-2D7F0C9339BD}"/>
              </a:ext>
            </a:extLst>
          </p:cNvPr>
          <p:cNvSpPr txBox="1"/>
          <p:nvPr userDrawn="1"/>
        </p:nvSpPr>
        <p:spPr>
          <a:xfrm>
            <a:off x="706173" y="6555659"/>
            <a:ext cx="8604015"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1"/>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1"/>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1"/>
              </a:solidFill>
              <a:effectLst/>
              <a:latin typeface="Gelion" pitchFamily="2" charset="77"/>
              <a:ea typeface="DengXian" panose="02010600030101010101" pitchFamily="2" charset="-122"/>
              <a:cs typeface="Arial" panose="020B0604020202020204" pitchFamily="34" charset="0"/>
            </a:endParaRPr>
          </a:p>
        </p:txBody>
      </p:sp>
      <p:sp>
        <p:nvSpPr>
          <p:cNvPr id="7" name="TextBox 6">
            <a:extLst>
              <a:ext uri="{FF2B5EF4-FFF2-40B4-BE49-F238E27FC236}">
                <a16:creationId xmlns:a16="http://schemas.microsoft.com/office/drawing/2014/main" id="{A8B4D22F-8263-D9D7-5018-C9673DE138BE}"/>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1"/>
                </a:solidFill>
                <a:latin typeface="+mj-lt"/>
                <a:ea typeface="Roboto Condensed" panose="02000000000000000000" pitchFamily="2" charset="0"/>
                <a:cs typeface="Segoe UI" panose="020B0502040204020203" pitchFamily="34" charset="0"/>
              </a:rPr>
              <a:pPr algn="ctr"/>
              <a:t>‹#›</a:t>
            </a:fld>
            <a:endParaRPr lang="id-ID" sz="2400" b="1" dirty="0">
              <a:solidFill>
                <a:schemeClr val="bg1"/>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3492704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aster_Content_Divider_0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5F5146-2C9D-45AD-5D77-31DC6FFBD9D2}"/>
              </a:ext>
            </a:extLst>
          </p:cNvPr>
          <p:cNvSpPr/>
          <p:nvPr userDrawn="1"/>
        </p:nvSpPr>
        <p:spPr>
          <a:xfrm>
            <a:off x="1" y="0"/>
            <a:ext cx="12191998" cy="6858000"/>
          </a:xfrm>
          <a:prstGeom prst="rect">
            <a:avLst/>
          </a:prstGeom>
          <a:gradFill>
            <a:gsLst>
              <a:gs pos="0">
                <a:schemeClr val="accent4"/>
              </a:gs>
              <a:gs pos="7000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EC6561"/>
                </a:solidFill>
              </a:rPr>
              <a:t> </a:t>
            </a:r>
          </a:p>
        </p:txBody>
      </p:sp>
      <p:sp>
        <p:nvSpPr>
          <p:cNvPr id="4" name="Text Placeholder 3">
            <a:extLst>
              <a:ext uri="{FF2B5EF4-FFF2-40B4-BE49-F238E27FC236}">
                <a16:creationId xmlns:a16="http://schemas.microsoft.com/office/drawing/2014/main" id="{8AFE5D72-FC6F-4B55-8545-F123EC49D797}"/>
              </a:ext>
            </a:extLst>
          </p:cNvPr>
          <p:cNvSpPr>
            <a:spLocks noGrp="1"/>
          </p:cNvSpPr>
          <p:nvPr>
            <p:ph type="body" sz="quarter" idx="10" hasCustomPrompt="1"/>
          </p:nvPr>
        </p:nvSpPr>
        <p:spPr>
          <a:xfrm>
            <a:off x="673963" y="1284048"/>
            <a:ext cx="1411806" cy="1411807"/>
          </a:xfrm>
          <a:prstGeom prst="rect">
            <a:avLst/>
          </a:prstGeom>
          <a:noFill/>
          <a:effectLst/>
        </p:spPr>
        <p:txBody>
          <a:bodyPr anchor="ctr"/>
          <a:lstStyle>
            <a:lvl1pPr marL="0" indent="0" algn="ctr">
              <a:buNone/>
              <a:defRPr sz="6000" b="0" i="0">
                <a:solidFill>
                  <a:schemeClr val="accent4">
                    <a:lumMod val="40000"/>
                    <a:lumOff val="60000"/>
                  </a:schemeClr>
                </a:solidFill>
                <a:latin typeface="Gelion Medium" pitchFamily="2"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01</a:t>
            </a:r>
          </a:p>
        </p:txBody>
      </p:sp>
      <p:pic>
        <p:nvPicPr>
          <p:cNvPr id="13" name="Picture 12">
            <a:extLst>
              <a:ext uri="{FF2B5EF4-FFF2-40B4-BE49-F238E27FC236}">
                <a16:creationId xmlns:a16="http://schemas.microsoft.com/office/drawing/2014/main" id="{C1C922CB-BC42-F85B-A0FD-E95C1726F0A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84459" y="162350"/>
            <a:ext cx="290884" cy="394101"/>
          </a:xfrm>
          <a:prstGeom prst="rect">
            <a:avLst/>
          </a:prstGeom>
        </p:spPr>
      </p:pic>
      <p:sp>
        <p:nvSpPr>
          <p:cNvPr id="14" name="Title 1">
            <a:extLst>
              <a:ext uri="{FF2B5EF4-FFF2-40B4-BE49-F238E27FC236}">
                <a16:creationId xmlns:a16="http://schemas.microsoft.com/office/drawing/2014/main" id="{0E8F1015-F1E9-1D84-F8A9-22E1708D4A98}"/>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chemeClr val="bg1"/>
                </a:solidFill>
                <a:latin typeface="Gelion Semi Bold" pitchFamily="2" charset="77"/>
                <a:ea typeface="Poppins"/>
                <a:cs typeface="Poppins"/>
                <a:sym typeface="Poppins"/>
              </a:rPr>
              <a:t>For People, By People</a:t>
            </a:r>
            <a:endParaRPr lang="en-US" sz="1400" b="1" i="0" spc="0" dirty="0">
              <a:solidFill>
                <a:schemeClr val="bg1"/>
              </a:solidFill>
              <a:latin typeface="Gelion Semi Bold" pitchFamily="2" charset="77"/>
            </a:endParaRPr>
          </a:p>
        </p:txBody>
      </p:sp>
      <p:sp>
        <p:nvSpPr>
          <p:cNvPr id="15" name="Oval 14">
            <a:extLst>
              <a:ext uri="{FF2B5EF4-FFF2-40B4-BE49-F238E27FC236}">
                <a16:creationId xmlns:a16="http://schemas.microsoft.com/office/drawing/2014/main" id="{F3CB9E6C-4C67-C179-94BB-EB12872FF235}"/>
              </a:ext>
            </a:extLst>
          </p:cNvPr>
          <p:cNvSpPr/>
          <p:nvPr userDrawn="1"/>
        </p:nvSpPr>
        <p:spPr>
          <a:xfrm>
            <a:off x="7183820" y="1335352"/>
            <a:ext cx="6497056" cy="6497056"/>
          </a:xfrm>
          <a:prstGeom prst="ellipse">
            <a:avLst/>
          </a:prstGeom>
          <a:noFill/>
          <a:ln w="38100">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icture Placeholder 5">
            <a:extLst>
              <a:ext uri="{FF2B5EF4-FFF2-40B4-BE49-F238E27FC236}">
                <a16:creationId xmlns:a16="http://schemas.microsoft.com/office/drawing/2014/main" id="{69C626BC-17AC-6030-88D0-229665B1764D}"/>
              </a:ext>
            </a:extLst>
          </p:cNvPr>
          <p:cNvSpPr>
            <a:spLocks noGrp="1"/>
          </p:cNvSpPr>
          <p:nvPr>
            <p:ph type="pic" sz="quarter" idx="13"/>
          </p:nvPr>
        </p:nvSpPr>
        <p:spPr>
          <a:xfrm>
            <a:off x="7482106" y="1648344"/>
            <a:ext cx="6058887" cy="5936822"/>
          </a:xfrm>
          <a:prstGeom prst="ellipse">
            <a:avLst/>
          </a:prstGeom>
        </p:spPr>
        <p:txBody>
          <a:bodyPr/>
          <a:lstStyle>
            <a:lvl1pPr marL="0" indent="0">
              <a:buNone/>
              <a:defRPr/>
            </a:lvl1pPr>
          </a:lstStyle>
          <a:p>
            <a:endParaRPr lang="en-US" dirty="0"/>
          </a:p>
        </p:txBody>
      </p:sp>
      <p:sp>
        <p:nvSpPr>
          <p:cNvPr id="19" name="Oval 18">
            <a:extLst>
              <a:ext uri="{FF2B5EF4-FFF2-40B4-BE49-F238E27FC236}">
                <a16:creationId xmlns:a16="http://schemas.microsoft.com/office/drawing/2014/main" id="{3A74F621-4119-C665-8AED-597C5EC8D7CC}"/>
              </a:ext>
            </a:extLst>
          </p:cNvPr>
          <p:cNvSpPr/>
          <p:nvPr userDrawn="1"/>
        </p:nvSpPr>
        <p:spPr>
          <a:xfrm>
            <a:off x="673963" y="1284048"/>
            <a:ext cx="1411806" cy="1411806"/>
          </a:xfrm>
          <a:prstGeom prst="ellipse">
            <a:avLst/>
          </a:prstGeom>
          <a:noFill/>
          <a:ln w="38100">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17">
            <a:extLst>
              <a:ext uri="{FF2B5EF4-FFF2-40B4-BE49-F238E27FC236}">
                <a16:creationId xmlns:a16="http://schemas.microsoft.com/office/drawing/2014/main" id="{3A29B3B8-BBB1-C874-3609-425CEEB70CD0}"/>
              </a:ext>
            </a:extLst>
          </p:cNvPr>
          <p:cNvSpPr>
            <a:spLocks noGrp="1"/>
          </p:cNvSpPr>
          <p:nvPr>
            <p:ph type="body" sz="quarter" idx="14"/>
          </p:nvPr>
        </p:nvSpPr>
        <p:spPr>
          <a:xfrm>
            <a:off x="673963" y="3009487"/>
            <a:ext cx="6369974" cy="2200169"/>
          </a:xfrm>
          <a:prstGeom prst="rect">
            <a:avLst/>
          </a:prstGeom>
        </p:spPr>
        <p:txBody>
          <a:bodyPr/>
          <a:lstStyle>
            <a:lvl1pPr marL="0" indent="0">
              <a:lnSpc>
                <a:spcPct val="100000"/>
              </a:lnSpc>
              <a:buNone/>
              <a:defRPr sz="5400" b="1" i="0">
                <a:solidFill>
                  <a:schemeClr val="bg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6" name="TextBox 5">
            <a:extLst>
              <a:ext uri="{FF2B5EF4-FFF2-40B4-BE49-F238E27FC236}">
                <a16:creationId xmlns:a16="http://schemas.microsoft.com/office/drawing/2014/main" id="{12CFD770-F6BF-7D21-4C73-38A6F5251E6F}"/>
              </a:ext>
            </a:extLst>
          </p:cNvPr>
          <p:cNvSpPr txBox="1"/>
          <p:nvPr userDrawn="1"/>
        </p:nvSpPr>
        <p:spPr>
          <a:xfrm>
            <a:off x="706173" y="6555659"/>
            <a:ext cx="8604015"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1"/>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1"/>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1"/>
              </a:solidFill>
              <a:effectLst/>
              <a:latin typeface="Gelion" pitchFamily="2" charset="77"/>
              <a:ea typeface="DengXian" panose="02010600030101010101" pitchFamily="2" charset="-122"/>
              <a:cs typeface="Arial" panose="020B0604020202020204" pitchFamily="34" charset="0"/>
            </a:endParaRPr>
          </a:p>
        </p:txBody>
      </p:sp>
      <p:sp>
        <p:nvSpPr>
          <p:cNvPr id="7" name="TextBox 6">
            <a:extLst>
              <a:ext uri="{FF2B5EF4-FFF2-40B4-BE49-F238E27FC236}">
                <a16:creationId xmlns:a16="http://schemas.microsoft.com/office/drawing/2014/main" id="{F5D62E00-22E4-C62D-F4AF-9A8F73C3F67B}"/>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1"/>
                </a:solidFill>
                <a:latin typeface="+mj-lt"/>
                <a:ea typeface="Roboto Condensed" panose="02000000000000000000" pitchFamily="2" charset="0"/>
                <a:cs typeface="Segoe UI" panose="020B0502040204020203" pitchFamily="34" charset="0"/>
              </a:rPr>
              <a:pPr algn="ctr"/>
              <a:t>‹#›</a:t>
            </a:fld>
            <a:endParaRPr lang="id-ID" sz="2400" b="1" dirty="0">
              <a:solidFill>
                <a:schemeClr val="bg1"/>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18160943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Master_Content_Divider_Eleva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BF415C3-5F8C-2CC4-C4A2-917ACBF25F54}"/>
              </a:ext>
            </a:extLst>
          </p:cNvPr>
          <p:cNvSpPr/>
          <p:nvPr userDrawn="1"/>
        </p:nvSpPr>
        <p:spPr>
          <a:xfrm rot="16200000">
            <a:off x="2666999" y="-2666999"/>
            <a:ext cx="6858002" cy="12192000"/>
          </a:xfrm>
          <a:prstGeom prst="rect">
            <a:avLst/>
          </a:prstGeom>
          <a:solidFill>
            <a:srgbClr val="1606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Picture 16">
            <a:extLst>
              <a:ext uri="{FF2B5EF4-FFF2-40B4-BE49-F238E27FC236}">
                <a16:creationId xmlns:a16="http://schemas.microsoft.com/office/drawing/2014/main" id="{39EAA28D-407E-A7D9-8E88-DDA5176F37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75055" y="216224"/>
            <a:ext cx="1168112" cy="385940"/>
          </a:xfrm>
          <a:prstGeom prst="rect">
            <a:avLst/>
          </a:prstGeom>
        </p:spPr>
      </p:pic>
      <p:sp>
        <p:nvSpPr>
          <p:cNvPr id="18" name="Title 1">
            <a:extLst>
              <a:ext uri="{FF2B5EF4-FFF2-40B4-BE49-F238E27FC236}">
                <a16:creationId xmlns:a16="http://schemas.microsoft.com/office/drawing/2014/main" id="{FAECC4C7-5DAC-7690-CFDB-365B101F2ED6}"/>
              </a:ext>
            </a:extLst>
          </p:cNvPr>
          <p:cNvSpPr txBox="1">
            <a:spLocks/>
          </p:cNvSpPr>
          <p:nvPr userDrawn="1"/>
        </p:nvSpPr>
        <p:spPr>
          <a:xfrm>
            <a:off x="10129303" y="637313"/>
            <a:ext cx="1613864" cy="340710"/>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150" b="1" i="0" spc="0" dirty="0">
                <a:solidFill>
                  <a:schemeClr val="bg1"/>
                </a:solidFill>
                <a:latin typeface="Gelion Semi Bold" pitchFamily="2" charset="77"/>
                <a:ea typeface="Poppins"/>
                <a:cs typeface="Poppins"/>
                <a:sym typeface="Poppins"/>
              </a:rPr>
              <a:t>For People, By People</a:t>
            </a:r>
            <a:endParaRPr lang="en-US" sz="1150" b="1" i="0" spc="0" dirty="0">
              <a:solidFill>
                <a:schemeClr val="bg1"/>
              </a:solidFill>
              <a:latin typeface="Gelion Semi Bold" pitchFamily="2" charset="77"/>
            </a:endParaRPr>
          </a:p>
        </p:txBody>
      </p:sp>
      <p:sp>
        <p:nvSpPr>
          <p:cNvPr id="2" name="Text Placeholder 17">
            <a:extLst>
              <a:ext uri="{FF2B5EF4-FFF2-40B4-BE49-F238E27FC236}">
                <a16:creationId xmlns:a16="http://schemas.microsoft.com/office/drawing/2014/main" id="{F476D808-D09F-F17C-B642-A5A9B9860E1A}"/>
              </a:ext>
            </a:extLst>
          </p:cNvPr>
          <p:cNvSpPr>
            <a:spLocks noGrp="1"/>
          </p:cNvSpPr>
          <p:nvPr>
            <p:ph type="body" sz="quarter" idx="14"/>
          </p:nvPr>
        </p:nvSpPr>
        <p:spPr>
          <a:xfrm>
            <a:off x="673963" y="2328915"/>
            <a:ext cx="6369974" cy="2200169"/>
          </a:xfrm>
          <a:prstGeom prst="rect">
            <a:avLst/>
          </a:prstGeom>
        </p:spPr>
        <p:txBody>
          <a:bodyPr/>
          <a:lstStyle>
            <a:lvl1pPr marL="0" indent="0">
              <a:lnSpc>
                <a:spcPct val="100000"/>
              </a:lnSpc>
              <a:buNone/>
              <a:defRPr sz="5400" b="1" i="0">
                <a:solidFill>
                  <a:schemeClr val="bg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5" name="Freeform 2">
            <a:extLst>
              <a:ext uri="{FF2B5EF4-FFF2-40B4-BE49-F238E27FC236}">
                <a16:creationId xmlns:a16="http://schemas.microsoft.com/office/drawing/2014/main" id="{6F813325-7ED3-A9DE-323A-C261D3E23388}"/>
              </a:ext>
            </a:extLst>
          </p:cNvPr>
          <p:cNvSpPr/>
          <p:nvPr userDrawn="1"/>
        </p:nvSpPr>
        <p:spPr>
          <a:xfrm rot="16200000">
            <a:off x="5025815" y="-3507709"/>
            <a:ext cx="97044" cy="8085978"/>
          </a:xfrm>
          <a:custGeom>
            <a:avLst/>
            <a:gdLst>
              <a:gd name="connsiteX0" fmla="*/ 730 w 84126"/>
              <a:gd name="connsiteY0" fmla="*/ -748 h 7266510"/>
              <a:gd name="connsiteX1" fmla="*/ 84857 w 84126"/>
              <a:gd name="connsiteY1" fmla="*/ -748 h 7266510"/>
              <a:gd name="connsiteX2" fmla="*/ 84857 w 84126"/>
              <a:gd name="connsiteY2" fmla="*/ 7265764 h 7266510"/>
              <a:gd name="connsiteX3" fmla="*/ 730 w 84126"/>
              <a:gd name="connsiteY3" fmla="*/ 7265764 h 7266510"/>
            </a:gdLst>
            <a:ahLst/>
            <a:cxnLst>
              <a:cxn ang="0">
                <a:pos x="connsiteX0" y="connsiteY0"/>
              </a:cxn>
              <a:cxn ang="0">
                <a:pos x="connsiteX1" y="connsiteY1"/>
              </a:cxn>
              <a:cxn ang="0">
                <a:pos x="connsiteX2" y="connsiteY2"/>
              </a:cxn>
              <a:cxn ang="0">
                <a:pos x="connsiteX3" y="connsiteY3"/>
              </a:cxn>
            </a:cxnLst>
            <a:rect l="l" t="t" r="r" b="b"/>
            <a:pathLst>
              <a:path w="84126" h="7266510">
                <a:moveTo>
                  <a:pt x="730" y="-748"/>
                </a:moveTo>
                <a:lnTo>
                  <a:pt x="84857" y="-748"/>
                </a:lnTo>
                <a:lnTo>
                  <a:pt x="84857" y="7265764"/>
                </a:lnTo>
                <a:lnTo>
                  <a:pt x="730" y="7265764"/>
                </a:lnTo>
                <a:close/>
              </a:path>
            </a:pathLst>
          </a:custGeom>
          <a:gradFill flip="none" rotWithShape="1">
            <a:gsLst>
              <a:gs pos="14500">
                <a:srgbClr val="AF2ABF"/>
              </a:gs>
              <a:gs pos="0">
                <a:schemeClr val="accent3">
                  <a:lumMod val="75000"/>
                </a:schemeClr>
              </a:gs>
              <a:gs pos="29000">
                <a:srgbClr val="BA33CA">
                  <a:shade val="67500"/>
                  <a:satMod val="115000"/>
                  <a:alpha val="66000"/>
                </a:srgbClr>
              </a:gs>
              <a:gs pos="100000">
                <a:schemeClr val="bg1">
                  <a:alpha val="0"/>
                </a:schemeClr>
              </a:gs>
            </a:gsLst>
            <a:lin ang="5400000" scaled="0"/>
            <a:tileRect/>
          </a:gradFill>
          <a:ln w="4945" cap="flat">
            <a:noFill/>
            <a:prstDash val="solid"/>
            <a:miter/>
          </a:ln>
        </p:spPr>
        <p:txBody>
          <a:bodyPr rtlCol="0" anchor="ctr"/>
          <a:lstStyle/>
          <a:p>
            <a:endParaRPr lang="en-US"/>
          </a:p>
        </p:txBody>
      </p:sp>
      <p:sp>
        <p:nvSpPr>
          <p:cNvPr id="6" name="Freeform 3">
            <a:extLst>
              <a:ext uri="{FF2B5EF4-FFF2-40B4-BE49-F238E27FC236}">
                <a16:creationId xmlns:a16="http://schemas.microsoft.com/office/drawing/2014/main" id="{D40ED52D-43A4-55FB-B8B0-AEA892D3EBF6}"/>
              </a:ext>
            </a:extLst>
          </p:cNvPr>
          <p:cNvSpPr/>
          <p:nvPr userDrawn="1"/>
        </p:nvSpPr>
        <p:spPr>
          <a:xfrm>
            <a:off x="432088" y="217664"/>
            <a:ext cx="671128" cy="635234"/>
          </a:xfrm>
          <a:custGeom>
            <a:avLst/>
            <a:gdLst>
              <a:gd name="connsiteX0" fmla="*/ 524461 w 752124"/>
              <a:gd name="connsiteY0" fmla="*/ 47 h 711899"/>
              <a:gd name="connsiteX1" fmla="*/ 358485 w 752124"/>
              <a:gd name="connsiteY1" fmla="*/ 222320 h 711899"/>
              <a:gd name="connsiteX2" fmla="*/ 342870 w 752124"/>
              <a:gd name="connsiteY2" fmla="*/ 222550 h 711899"/>
              <a:gd name="connsiteX3" fmla="*/ 332811 w 752124"/>
              <a:gd name="connsiteY3" fmla="*/ 210221 h 711899"/>
              <a:gd name="connsiteX4" fmla="*/ 268138 w 752124"/>
              <a:gd name="connsiteY4" fmla="*/ 211222 h 711899"/>
              <a:gd name="connsiteX5" fmla="*/ 268909 w 752124"/>
              <a:gd name="connsiteY5" fmla="*/ 260354 h 711899"/>
              <a:gd name="connsiteX6" fmla="*/ 331411 w 752124"/>
              <a:gd name="connsiteY6" fmla="*/ 259398 h 711899"/>
              <a:gd name="connsiteX7" fmla="*/ 295608 w 752124"/>
              <a:gd name="connsiteY7" fmla="*/ 308423 h 711899"/>
              <a:gd name="connsiteX8" fmla="*/ 71493 w 752124"/>
              <a:gd name="connsiteY8" fmla="*/ 321294 h 711899"/>
              <a:gd name="connsiteX9" fmla="*/ 21 w 752124"/>
              <a:gd name="connsiteY9" fmla="*/ 354552 h 711899"/>
              <a:gd name="connsiteX10" fmla="*/ 67909 w 752124"/>
              <a:gd name="connsiteY10" fmla="*/ 388361 h 711899"/>
              <a:gd name="connsiteX11" fmla="*/ 306667 w 752124"/>
              <a:gd name="connsiteY11" fmla="*/ 392411 h 711899"/>
              <a:gd name="connsiteX12" fmla="*/ 345787 w 752124"/>
              <a:gd name="connsiteY12" fmla="*/ 444863 h 711899"/>
              <a:gd name="connsiteX13" fmla="*/ 271818 w 752124"/>
              <a:gd name="connsiteY13" fmla="*/ 445974 h 711899"/>
              <a:gd name="connsiteX14" fmla="*/ 272590 w 752124"/>
              <a:gd name="connsiteY14" fmla="*/ 495106 h 711899"/>
              <a:gd name="connsiteX15" fmla="*/ 337263 w 752124"/>
              <a:gd name="connsiteY15" fmla="*/ 494103 h 711899"/>
              <a:gd name="connsiteX16" fmla="*/ 346966 w 752124"/>
              <a:gd name="connsiteY16" fmla="*/ 481467 h 711899"/>
              <a:gd name="connsiteX17" fmla="*/ 373005 w 752124"/>
              <a:gd name="connsiteY17" fmla="*/ 481072 h 711899"/>
              <a:gd name="connsiteX18" fmla="*/ 555078 w 752124"/>
              <a:gd name="connsiteY18" fmla="*/ 711892 h 711899"/>
              <a:gd name="connsiteX19" fmla="*/ 589223 w 752124"/>
              <a:gd name="connsiteY19" fmla="*/ 680554 h 711899"/>
              <a:gd name="connsiteX20" fmla="*/ 540722 w 752124"/>
              <a:gd name="connsiteY20" fmla="*/ 569354 h 711899"/>
              <a:gd name="connsiteX21" fmla="*/ 560225 w 752124"/>
              <a:gd name="connsiteY21" fmla="*/ 563553 h 711899"/>
              <a:gd name="connsiteX22" fmla="*/ 535858 w 752124"/>
              <a:gd name="connsiteY22" fmla="*/ 558189 h 711899"/>
              <a:gd name="connsiteX23" fmla="*/ 511536 w 752124"/>
              <a:gd name="connsiteY23" fmla="*/ 502368 h 711899"/>
              <a:gd name="connsiteX24" fmla="*/ 526065 w 752124"/>
              <a:gd name="connsiteY24" fmla="*/ 497087 h 711899"/>
              <a:gd name="connsiteX25" fmla="*/ 507013 w 752124"/>
              <a:gd name="connsiteY25" fmla="*/ 491900 h 711899"/>
              <a:gd name="connsiteX26" fmla="*/ 458931 w 752124"/>
              <a:gd name="connsiteY26" fmla="*/ 381675 h 711899"/>
              <a:gd name="connsiteX27" fmla="*/ 617316 w 752124"/>
              <a:gd name="connsiteY27" fmla="*/ 370215 h 711899"/>
              <a:gd name="connsiteX28" fmla="*/ 713956 w 752124"/>
              <a:gd name="connsiteY28" fmla="*/ 491994 h 711899"/>
              <a:gd name="connsiteX29" fmla="*/ 752124 w 752124"/>
              <a:gd name="connsiteY29" fmla="*/ 484140 h 711899"/>
              <a:gd name="connsiteX30" fmla="*/ 712467 w 752124"/>
              <a:gd name="connsiteY30" fmla="*/ 369546 h 711899"/>
              <a:gd name="connsiteX31" fmla="*/ 675026 w 752124"/>
              <a:gd name="connsiteY31" fmla="*/ 358450 h 711899"/>
              <a:gd name="connsiteX32" fmla="*/ 713951 w 752124"/>
              <a:gd name="connsiteY32" fmla="*/ 346918 h 711899"/>
              <a:gd name="connsiteX33" fmla="*/ 676896 w 752124"/>
              <a:gd name="connsiteY33" fmla="*/ 332368 h 711899"/>
              <a:gd name="connsiteX34" fmla="*/ 708072 w 752124"/>
              <a:gd name="connsiteY34" fmla="*/ 322824 h 711899"/>
              <a:gd name="connsiteX35" fmla="*/ 751050 w 752124"/>
              <a:gd name="connsiteY35" fmla="*/ 212165 h 711899"/>
              <a:gd name="connsiteX36" fmla="*/ 697804 w 752124"/>
              <a:gd name="connsiteY36" fmla="*/ 194661 h 711899"/>
              <a:gd name="connsiteX37" fmla="*/ 612259 w 752124"/>
              <a:gd name="connsiteY37" fmla="*/ 323258 h 711899"/>
              <a:gd name="connsiteX38" fmla="*/ 455766 w 752124"/>
              <a:gd name="connsiteY38" fmla="*/ 311908 h 711899"/>
              <a:gd name="connsiteX39" fmla="*/ 496279 w 752124"/>
              <a:gd name="connsiteY39" fmla="*/ 215721 h 711899"/>
              <a:gd name="connsiteX40" fmla="*/ 521557 w 752124"/>
              <a:gd name="connsiteY40" fmla="*/ 209541 h 711899"/>
              <a:gd name="connsiteX41" fmla="*/ 501080 w 752124"/>
              <a:gd name="connsiteY41" fmla="*/ 204301 h 711899"/>
              <a:gd name="connsiteX42" fmla="*/ 524699 w 752124"/>
              <a:gd name="connsiteY42" fmla="*/ 148306 h 711899"/>
              <a:gd name="connsiteX43" fmla="*/ 525515 w 752124"/>
              <a:gd name="connsiteY43" fmla="*/ 148288 h 711899"/>
              <a:gd name="connsiteX44" fmla="*/ 553697 w 752124"/>
              <a:gd name="connsiteY44" fmla="*/ 142037 h 711899"/>
              <a:gd name="connsiteX45" fmla="*/ 529558 w 752124"/>
              <a:gd name="connsiteY45" fmla="*/ 136700 h 711899"/>
              <a:gd name="connsiteX46" fmla="*/ 573551 w 752124"/>
              <a:gd name="connsiteY46" fmla="*/ 32318 h 711899"/>
              <a:gd name="connsiteX47" fmla="*/ 524580 w 752124"/>
              <a:gd name="connsiteY47" fmla="*/ 22 h 711899"/>
              <a:gd name="connsiteX48" fmla="*/ 524461 w 752124"/>
              <a:gd name="connsiteY48" fmla="*/ 47 h 71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752124" h="711899">
                <a:moveTo>
                  <a:pt x="524461" y="47"/>
                </a:moveTo>
                <a:cubicBezTo>
                  <a:pt x="521260" y="622"/>
                  <a:pt x="430623" y="123719"/>
                  <a:pt x="358485" y="222320"/>
                </a:cubicBezTo>
                <a:cubicBezTo>
                  <a:pt x="349960" y="222445"/>
                  <a:pt x="342870" y="222550"/>
                  <a:pt x="342870" y="222550"/>
                </a:cubicBezTo>
                <a:lnTo>
                  <a:pt x="332811" y="210221"/>
                </a:lnTo>
                <a:lnTo>
                  <a:pt x="268138" y="211222"/>
                </a:lnTo>
                <a:lnTo>
                  <a:pt x="268909" y="260354"/>
                </a:lnTo>
                <a:lnTo>
                  <a:pt x="331411" y="259398"/>
                </a:lnTo>
                <a:cubicBezTo>
                  <a:pt x="317762" y="278058"/>
                  <a:pt x="305541" y="294852"/>
                  <a:pt x="295608" y="308423"/>
                </a:cubicBezTo>
                <a:cubicBezTo>
                  <a:pt x="226708" y="311414"/>
                  <a:pt x="93748" y="317673"/>
                  <a:pt x="71493" y="321294"/>
                </a:cubicBezTo>
                <a:cubicBezTo>
                  <a:pt x="41184" y="326251"/>
                  <a:pt x="-1067" y="344766"/>
                  <a:pt x="21" y="354552"/>
                </a:cubicBezTo>
                <a:cubicBezTo>
                  <a:pt x="1065" y="364370"/>
                  <a:pt x="43562" y="382500"/>
                  <a:pt x="67909" y="388361"/>
                </a:cubicBezTo>
                <a:cubicBezTo>
                  <a:pt x="86394" y="392823"/>
                  <a:pt x="234691" y="392723"/>
                  <a:pt x="306667" y="392411"/>
                </a:cubicBezTo>
                <a:cubicBezTo>
                  <a:pt x="317927" y="407578"/>
                  <a:pt x="331254" y="425456"/>
                  <a:pt x="345787" y="444863"/>
                </a:cubicBezTo>
                <a:lnTo>
                  <a:pt x="271818" y="445974"/>
                </a:lnTo>
                <a:lnTo>
                  <a:pt x="272590" y="495106"/>
                </a:lnTo>
                <a:lnTo>
                  <a:pt x="337263" y="494103"/>
                </a:lnTo>
                <a:lnTo>
                  <a:pt x="346966" y="481467"/>
                </a:lnTo>
                <a:cubicBezTo>
                  <a:pt x="346966" y="481467"/>
                  <a:pt x="360800" y="481252"/>
                  <a:pt x="373005" y="481072"/>
                </a:cubicBezTo>
                <a:cubicBezTo>
                  <a:pt x="451945" y="586252"/>
                  <a:pt x="548670" y="713042"/>
                  <a:pt x="555078" y="711892"/>
                </a:cubicBezTo>
                <a:cubicBezTo>
                  <a:pt x="565995" y="709906"/>
                  <a:pt x="589223" y="680554"/>
                  <a:pt x="589223" y="680554"/>
                </a:cubicBezTo>
                <a:lnTo>
                  <a:pt x="540722" y="569354"/>
                </a:lnTo>
                <a:cubicBezTo>
                  <a:pt x="552084" y="568455"/>
                  <a:pt x="560259" y="566134"/>
                  <a:pt x="560225" y="563553"/>
                </a:cubicBezTo>
                <a:cubicBezTo>
                  <a:pt x="560195" y="560628"/>
                  <a:pt x="549565" y="558346"/>
                  <a:pt x="535858" y="558189"/>
                </a:cubicBezTo>
                <a:lnTo>
                  <a:pt x="511536" y="502368"/>
                </a:lnTo>
                <a:cubicBezTo>
                  <a:pt x="520221" y="501227"/>
                  <a:pt x="526070" y="499280"/>
                  <a:pt x="526065" y="497087"/>
                </a:cubicBezTo>
                <a:cubicBezTo>
                  <a:pt x="526025" y="494580"/>
                  <a:pt x="518038" y="492500"/>
                  <a:pt x="507013" y="491900"/>
                </a:cubicBezTo>
                <a:lnTo>
                  <a:pt x="458931" y="381675"/>
                </a:lnTo>
                <a:lnTo>
                  <a:pt x="617316" y="370215"/>
                </a:lnTo>
                <a:lnTo>
                  <a:pt x="713956" y="491994"/>
                </a:lnTo>
                <a:lnTo>
                  <a:pt x="752124" y="484140"/>
                </a:lnTo>
                <a:lnTo>
                  <a:pt x="712467" y="369546"/>
                </a:lnTo>
                <a:lnTo>
                  <a:pt x="675026" y="358450"/>
                </a:lnTo>
                <a:cubicBezTo>
                  <a:pt x="675026" y="358450"/>
                  <a:pt x="715045" y="356973"/>
                  <a:pt x="713951" y="346918"/>
                </a:cubicBezTo>
                <a:cubicBezTo>
                  <a:pt x="712857" y="336863"/>
                  <a:pt x="676896" y="332368"/>
                  <a:pt x="676896" y="332368"/>
                </a:cubicBezTo>
                <a:lnTo>
                  <a:pt x="708072" y="322824"/>
                </a:lnTo>
                <a:lnTo>
                  <a:pt x="751050" y="212165"/>
                </a:lnTo>
                <a:lnTo>
                  <a:pt x="697804" y="194661"/>
                </a:lnTo>
                <a:lnTo>
                  <a:pt x="612259" y="323258"/>
                </a:lnTo>
                <a:lnTo>
                  <a:pt x="455766" y="311908"/>
                </a:lnTo>
                <a:lnTo>
                  <a:pt x="496279" y="215721"/>
                </a:lnTo>
                <a:cubicBezTo>
                  <a:pt x="510502" y="215207"/>
                  <a:pt x="521611" y="212587"/>
                  <a:pt x="521557" y="209541"/>
                </a:cubicBezTo>
                <a:cubicBezTo>
                  <a:pt x="521532" y="206885"/>
                  <a:pt x="512852" y="204799"/>
                  <a:pt x="501080" y="204301"/>
                </a:cubicBezTo>
                <a:lnTo>
                  <a:pt x="524699" y="148306"/>
                </a:lnTo>
                <a:cubicBezTo>
                  <a:pt x="524699" y="148306"/>
                  <a:pt x="525243" y="148294"/>
                  <a:pt x="525515" y="148288"/>
                </a:cubicBezTo>
                <a:cubicBezTo>
                  <a:pt x="541128" y="148058"/>
                  <a:pt x="553767" y="145276"/>
                  <a:pt x="553697" y="142037"/>
                </a:cubicBezTo>
                <a:cubicBezTo>
                  <a:pt x="553668" y="139110"/>
                  <a:pt x="543152" y="136879"/>
                  <a:pt x="529558" y="136700"/>
                </a:cubicBezTo>
                <a:lnTo>
                  <a:pt x="573551" y="32318"/>
                </a:lnTo>
                <a:cubicBezTo>
                  <a:pt x="573551" y="32318"/>
                  <a:pt x="529925" y="-986"/>
                  <a:pt x="524580" y="22"/>
                </a:cubicBezTo>
                <a:lnTo>
                  <a:pt x="524461" y="47"/>
                </a:lnTo>
                <a:close/>
              </a:path>
            </a:pathLst>
          </a:custGeom>
          <a:solidFill>
            <a:schemeClr val="bg2"/>
          </a:solidFill>
          <a:ln w="4945" cap="flat">
            <a:noFill/>
            <a:prstDash val="solid"/>
            <a:miter/>
          </a:ln>
        </p:spPr>
        <p:txBody>
          <a:bodyPr rtlCol="0" anchor="ctr"/>
          <a:lstStyle/>
          <a:p>
            <a:endParaRPr lang="en-US"/>
          </a:p>
        </p:txBody>
      </p:sp>
      <p:sp>
        <p:nvSpPr>
          <p:cNvPr id="3" name="TextBox 2">
            <a:extLst>
              <a:ext uri="{FF2B5EF4-FFF2-40B4-BE49-F238E27FC236}">
                <a16:creationId xmlns:a16="http://schemas.microsoft.com/office/drawing/2014/main" id="{F3353105-4216-A483-B0D6-5CBA44CD8D21}"/>
              </a:ext>
            </a:extLst>
          </p:cNvPr>
          <p:cNvSpPr txBox="1"/>
          <p:nvPr userDrawn="1"/>
        </p:nvSpPr>
        <p:spPr>
          <a:xfrm>
            <a:off x="706173" y="6555659"/>
            <a:ext cx="8604015"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1"/>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1"/>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1"/>
              </a:solidFill>
              <a:effectLst/>
              <a:latin typeface="Gelion" pitchFamily="2" charset="77"/>
              <a:ea typeface="DengXian" panose="02010600030101010101" pitchFamily="2" charset="-122"/>
              <a:cs typeface="Arial" panose="020B0604020202020204" pitchFamily="34" charset="0"/>
            </a:endParaRPr>
          </a:p>
        </p:txBody>
      </p:sp>
      <p:sp>
        <p:nvSpPr>
          <p:cNvPr id="7" name="TextBox 6">
            <a:extLst>
              <a:ext uri="{FF2B5EF4-FFF2-40B4-BE49-F238E27FC236}">
                <a16:creationId xmlns:a16="http://schemas.microsoft.com/office/drawing/2014/main" id="{828E3D27-352D-A7AE-DB56-BCAFD9E5749A}"/>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1"/>
                </a:solidFill>
                <a:latin typeface="+mj-lt"/>
                <a:ea typeface="Roboto Condensed" panose="02000000000000000000" pitchFamily="2" charset="0"/>
                <a:cs typeface="Segoe UI" panose="020B0502040204020203" pitchFamily="34" charset="0"/>
              </a:rPr>
              <a:pPr algn="ctr"/>
              <a:t>‹#›</a:t>
            </a:fld>
            <a:endParaRPr lang="id-ID" sz="2400" b="1" dirty="0">
              <a:solidFill>
                <a:schemeClr val="bg1"/>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40221223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Master_Content_01">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AB4E6388-2193-77B0-60E1-38BE6515AC46}"/>
              </a:ext>
            </a:extLst>
          </p:cNvPr>
          <p:cNvSpPr>
            <a:spLocks noGrp="1"/>
          </p:cNvSpPr>
          <p:nvPr>
            <p:ph type="body" sz="quarter" idx="10"/>
          </p:nvPr>
        </p:nvSpPr>
        <p:spPr>
          <a:xfrm>
            <a:off x="929284" y="340391"/>
            <a:ext cx="8509684" cy="1444164"/>
          </a:xfrm>
          <a:prstGeom prst="rect">
            <a:avLst/>
          </a:prstGeom>
        </p:spPr>
        <p:txBody>
          <a:bodyPr lIns="45720"/>
          <a:lstStyle>
            <a:lvl1pPr marL="0" indent="0">
              <a:lnSpc>
                <a:spcPct val="100000"/>
              </a:lnSpc>
              <a:buNone/>
              <a:defRPr sz="3600" b="1" i="0">
                <a:latin typeface="+mj-lt"/>
              </a:defRPr>
            </a:lvl1pPr>
          </a:lstStyle>
          <a:p>
            <a:r>
              <a:rPr lang="en-US" dirty="0"/>
              <a:t>Click to edit Master text styles</a:t>
            </a:r>
          </a:p>
        </p:txBody>
      </p:sp>
      <p:sp>
        <p:nvSpPr>
          <p:cNvPr id="27" name="Text Placeholder 25">
            <a:extLst>
              <a:ext uri="{FF2B5EF4-FFF2-40B4-BE49-F238E27FC236}">
                <a16:creationId xmlns:a16="http://schemas.microsoft.com/office/drawing/2014/main" id="{FCF252F1-BB7C-6202-73B4-29E319056A8A}"/>
              </a:ext>
            </a:extLst>
          </p:cNvPr>
          <p:cNvSpPr>
            <a:spLocks noGrp="1"/>
          </p:cNvSpPr>
          <p:nvPr>
            <p:ph type="body" sz="quarter" idx="11" hasCustomPrompt="1"/>
          </p:nvPr>
        </p:nvSpPr>
        <p:spPr>
          <a:xfrm>
            <a:off x="929284" y="1784555"/>
            <a:ext cx="4424381" cy="1444164"/>
          </a:xfrm>
          <a:prstGeom prst="rect">
            <a:avLst/>
          </a:prstGeom>
        </p:spPr>
        <p:txBody>
          <a:bodyPr/>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Tree>
    <p:extLst>
      <p:ext uri="{BB962C8B-B14F-4D97-AF65-F5344CB8AC3E}">
        <p14:creationId xmlns:p14="http://schemas.microsoft.com/office/powerpoint/2010/main" val="41309636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Master_Content_01">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AB4E6388-2193-77B0-60E1-38BE6515AC46}"/>
              </a:ext>
            </a:extLst>
          </p:cNvPr>
          <p:cNvSpPr>
            <a:spLocks noGrp="1"/>
          </p:cNvSpPr>
          <p:nvPr>
            <p:ph type="body" sz="quarter" idx="10"/>
          </p:nvPr>
        </p:nvSpPr>
        <p:spPr>
          <a:xfrm>
            <a:off x="929284" y="340391"/>
            <a:ext cx="8509684" cy="1444164"/>
          </a:xfrm>
          <a:prstGeom prst="rect">
            <a:avLst/>
          </a:prstGeom>
        </p:spPr>
        <p:txBody>
          <a:bodyPr lIns="45720"/>
          <a:lstStyle>
            <a:lvl1pPr marL="0" indent="0">
              <a:lnSpc>
                <a:spcPct val="100000"/>
              </a:lnSpc>
              <a:buNone/>
              <a:defRPr sz="3600" b="1" i="0">
                <a:latin typeface="+mj-lt"/>
              </a:defRPr>
            </a:lvl1pPr>
          </a:lstStyle>
          <a:p>
            <a:r>
              <a:rPr lang="en-US" dirty="0"/>
              <a:t>Click to edit Master text styles</a:t>
            </a:r>
          </a:p>
        </p:txBody>
      </p:sp>
      <p:sp>
        <p:nvSpPr>
          <p:cNvPr id="27" name="Text Placeholder 25">
            <a:extLst>
              <a:ext uri="{FF2B5EF4-FFF2-40B4-BE49-F238E27FC236}">
                <a16:creationId xmlns:a16="http://schemas.microsoft.com/office/drawing/2014/main" id="{FCF252F1-BB7C-6202-73B4-29E319056A8A}"/>
              </a:ext>
            </a:extLst>
          </p:cNvPr>
          <p:cNvSpPr>
            <a:spLocks noGrp="1"/>
          </p:cNvSpPr>
          <p:nvPr>
            <p:ph type="body" sz="quarter" idx="11" hasCustomPrompt="1"/>
          </p:nvPr>
        </p:nvSpPr>
        <p:spPr>
          <a:xfrm>
            <a:off x="929284" y="1784555"/>
            <a:ext cx="4424381" cy="1444164"/>
          </a:xfrm>
          <a:prstGeom prst="rect">
            <a:avLst/>
          </a:prstGeom>
        </p:spPr>
        <p:txBody>
          <a:bodyPr/>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9" name="Rectangle 8">
            <a:extLst>
              <a:ext uri="{FF2B5EF4-FFF2-40B4-BE49-F238E27FC236}">
                <a16:creationId xmlns:a16="http://schemas.microsoft.com/office/drawing/2014/main" id="{84723408-936E-DB5F-190D-B6A4B28DF19B}"/>
              </a:ext>
            </a:extLst>
          </p:cNvPr>
          <p:cNvSpPr/>
          <p:nvPr userDrawn="1"/>
        </p:nvSpPr>
        <p:spPr>
          <a:xfrm rot="5400000">
            <a:off x="-3170198" y="3170198"/>
            <a:ext cx="6858002" cy="517606"/>
          </a:xfrm>
          <a:prstGeom prst="rect">
            <a:avLst/>
          </a:prstGeom>
          <a:gradFill flip="none" rotWithShape="1">
            <a:gsLst>
              <a:gs pos="0">
                <a:srgbClr val="5827E3"/>
              </a:gs>
              <a:gs pos="84000">
                <a:srgbClr val="0559FA"/>
              </a:gs>
              <a:gs pos="15000">
                <a:srgbClr val="2F40EF"/>
              </a:gs>
              <a:gs pos="100000">
                <a:srgbClr val="1E046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500FE0F4-5646-298F-2DBF-8EDBA195548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34757" y="162350"/>
            <a:ext cx="248092" cy="336125"/>
          </a:xfrm>
          <a:prstGeom prst="rect">
            <a:avLst/>
          </a:prstGeom>
        </p:spPr>
      </p:pic>
      <p:sp>
        <p:nvSpPr>
          <p:cNvPr id="11" name="Title 1">
            <a:extLst>
              <a:ext uri="{FF2B5EF4-FFF2-40B4-BE49-F238E27FC236}">
                <a16:creationId xmlns:a16="http://schemas.microsoft.com/office/drawing/2014/main" id="{E106B4AD-B981-24A8-5980-558CA64380AC}"/>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rgbClr val="160629"/>
                </a:solidFill>
                <a:latin typeface="Gelion Semi Bold" pitchFamily="2" charset="77"/>
                <a:ea typeface="Poppins"/>
                <a:cs typeface="Poppins"/>
                <a:sym typeface="Poppins"/>
              </a:rPr>
              <a:t>For People, By People</a:t>
            </a:r>
            <a:endParaRPr lang="en-US" sz="1400" b="1" i="0" spc="0" dirty="0">
              <a:latin typeface="Gelion Semi Bold" pitchFamily="2" charset="77"/>
            </a:endParaRPr>
          </a:p>
        </p:txBody>
      </p:sp>
      <p:grpSp>
        <p:nvGrpSpPr>
          <p:cNvPr id="17" name="Group 16">
            <a:extLst>
              <a:ext uri="{FF2B5EF4-FFF2-40B4-BE49-F238E27FC236}">
                <a16:creationId xmlns:a16="http://schemas.microsoft.com/office/drawing/2014/main" id="{62EF8DE5-38B7-3863-D585-FBCE052DA244}"/>
              </a:ext>
            </a:extLst>
          </p:cNvPr>
          <p:cNvGrpSpPr>
            <a:grpSpLocks noChangeAspect="1"/>
          </p:cNvGrpSpPr>
          <p:nvPr userDrawn="1"/>
        </p:nvGrpSpPr>
        <p:grpSpPr>
          <a:xfrm>
            <a:off x="11464290" y="6595224"/>
            <a:ext cx="346710" cy="92438"/>
            <a:chOff x="102243" y="472557"/>
            <a:chExt cx="205526" cy="54796"/>
          </a:xfrm>
        </p:grpSpPr>
        <p:sp>
          <p:nvSpPr>
            <p:cNvPr id="18" name="Freeform: Shape 90">
              <a:extLst>
                <a:ext uri="{FF2B5EF4-FFF2-40B4-BE49-F238E27FC236}">
                  <a16:creationId xmlns:a16="http://schemas.microsoft.com/office/drawing/2014/main" id="{C80E9FA2-9FC7-578D-A7BF-3750B2E1636C}"/>
                </a:ext>
              </a:extLst>
            </p:cNvPr>
            <p:cNvSpPr/>
            <p:nvPr/>
          </p:nvSpPr>
          <p:spPr>
            <a:xfrm>
              <a:off x="177575" y="472557"/>
              <a:ext cx="54862" cy="54796"/>
            </a:xfrm>
            <a:custGeom>
              <a:avLst/>
              <a:gdLst>
                <a:gd name="connsiteX0" fmla="*/ 363194 w 726387"/>
                <a:gd name="connsiteY0" fmla="*/ 0 h 725516"/>
                <a:gd name="connsiteX1" fmla="*/ 726387 w 726387"/>
                <a:gd name="connsiteY1" fmla="*/ 362323 h 725516"/>
                <a:gd name="connsiteX2" fmla="*/ 363194 w 726387"/>
                <a:gd name="connsiteY2" fmla="*/ 725516 h 725516"/>
                <a:gd name="connsiteX3" fmla="*/ 0 w 726387"/>
                <a:gd name="connsiteY3" fmla="*/ 362323 h 725516"/>
                <a:gd name="connsiteX4" fmla="*/ 363194 w 726387"/>
                <a:gd name="connsiteY4" fmla="*/ 0 h 72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6387" h="725516">
                  <a:moveTo>
                    <a:pt x="363194" y="0"/>
                  </a:moveTo>
                  <a:cubicBezTo>
                    <a:pt x="563516" y="0"/>
                    <a:pt x="726387" y="162000"/>
                    <a:pt x="726387" y="362323"/>
                  </a:cubicBezTo>
                  <a:cubicBezTo>
                    <a:pt x="726387" y="563516"/>
                    <a:pt x="563516" y="725516"/>
                    <a:pt x="363194" y="725516"/>
                  </a:cubicBezTo>
                  <a:cubicBezTo>
                    <a:pt x="162871" y="725516"/>
                    <a:pt x="0" y="563516"/>
                    <a:pt x="0" y="362323"/>
                  </a:cubicBezTo>
                  <a:cubicBezTo>
                    <a:pt x="0" y="162000"/>
                    <a:pt x="162871" y="0"/>
                    <a:pt x="363194" y="0"/>
                  </a:cubicBezTo>
                  <a:close/>
                </a:path>
              </a:pathLst>
            </a:custGeom>
            <a:solidFill>
              <a:schemeClr val="accent2"/>
            </a:solidFill>
            <a:ln w="871" cap="flat">
              <a:noFill/>
              <a:prstDash val="solid"/>
              <a:miter/>
            </a:ln>
          </p:spPr>
          <p:txBody>
            <a:bodyPr rtlCol="0" anchor="ctr"/>
            <a:lstStyle/>
            <a:p>
              <a:endParaRPr lang="en-US" dirty="0">
                <a:latin typeface="Arial" panose="020B0604020202020204" pitchFamily="34" charset="0"/>
              </a:endParaRPr>
            </a:p>
          </p:txBody>
        </p:sp>
        <p:grpSp>
          <p:nvGrpSpPr>
            <p:cNvPr id="19" name="Graphic 6">
              <a:extLst>
                <a:ext uri="{FF2B5EF4-FFF2-40B4-BE49-F238E27FC236}">
                  <a16:creationId xmlns:a16="http://schemas.microsoft.com/office/drawing/2014/main" id="{E7445277-4568-FDBA-897B-1173AE72A067}"/>
                </a:ext>
              </a:extLst>
            </p:cNvPr>
            <p:cNvGrpSpPr/>
            <p:nvPr/>
          </p:nvGrpSpPr>
          <p:grpSpPr>
            <a:xfrm>
              <a:off x="102243" y="472557"/>
              <a:ext cx="205526" cy="54796"/>
              <a:chOff x="4810159" y="1371774"/>
              <a:chExt cx="2721195" cy="725516"/>
            </a:xfrm>
          </p:grpSpPr>
          <p:sp>
            <p:nvSpPr>
              <p:cNvPr id="20" name="Freeform: Shape 92">
                <a:extLst>
                  <a:ext uri="{FF2B5EF4-FFF2-40B4-BE49-F238E27FC236}">
                    <a16:creationId xmlns:a16="http://schemas.microsoft.com/office/drawing/2014/main" id="{E14E5731-B65C-FDA2-4561-BC6A12EAC577}"/>
                  </a:ext>
                </a:extLst>
              </p:cNvPr>
              <p:cNvSpPr/>
              <p:nvPr/>
            </p:nvSpPr>
            <p:spPr>
              <a:xfrm>
                <a:off x="4810159" y="1371774"/>
                <a:ext cx="725518" cy="725516"/>
              </a:xfrm>
              <a:custGeom>
                <a:avLst/>
                <a:gdLst>
                  <a:gd name="connsiteX0" fmla="*/ 363194 w 725516"/>
                  <a:gd name="connsiteY0" fmla="*/ 0 h 725516"/>
                  <a:gd name="connsiteX1" fmla="*/ 725516 w 725516"/>
                  <a:gd name="connsiteY1" fmla="*/ 362323 h 725516"/>
                  <a:gd name="connsiteX2" fmla="*/ 363194 w 725516"/>
                  <a:gd name="connsiteY2" fmla="*/ 725516 h 725516"/>
                  <a:gd name="connsiteX3" fmla="*/ 0 w 725516"/>
                  <a:gd name="connsiteY3" fmla="*/ 362323 h 725516"/>
                  <a:gd name="connsiteX4" fmla="*/ 363194 w 725516"/>
                  <a:gd name="connsiteY4" fmla="*/ 0 h 72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16" h="725516">
                    <a:moveTo>
                      <a:pt x="363194" y="0"/>
                    </a:moveTo>
                    <a:cubicBezTo>
                      <a:pt x="563516" y="0"/>
                      <a:pt x="725516" y="162000"/>
                      <a:pt x="725516" y="362323"/>
                    </a:cubicBezTo>
                    <a:cubicBezTo>
                      <a:pt x="725516" y="563516"/>
                      <a:pt x="563516" y="725516"/>
                      <a:pt x="363194" y="725516"/>
                    </a:cubicBezTo>
                    <a:cubicBezTo>
                      <a:pt x="162871" y="725516"/>
                      <a:pt x="0" y="563516"/>
                      <a:pt x="0" y="362323"/>
                    </a:cubicBezTo>
                    <a:cubicBezTo>
                      <a:pt x="0" y="162000"/>
                      <a:pt x="162871" y="0"/>
                      <a:pt x="363194" y="0"/>
                    </a:cubicBezTo>
                    <a:close/>
                  </a:path>
                </a:pathLst>
              </a:custGeom>
              <a:solidFill>
                <a:schemeClr val="accent1"/>
              </a:solidFill>
              <a:ln w="871" cap="flat">
                <a:noFill/>
                <a:prstDash val="solid"/>
                <a:miter/>
              </a:ln>
            </p:spPr>
            <p:txBody>
              <a:bodyPr rtlCol="0" anchor="ctr"/>
              <a:lstStyle/>
              <a:p>
                <a:endParaRPr lang="en-US" dirty="0">
                  <a:latin typeface="Arial" panose="020B0604020202020204" pitchFamily="34" charset="0"/>
                </a:endParaRPr>
              </a:p>
            </p:txBody>
          </p:sp>
          <p:sp>
            <p:nvSpPr>
              <p:cNvPr id="21" name="Freeform: Shape 93">
                <a:extLst>
                  <a:ext uri="{FF2B5EF4-FFF2-40B4-BE49-F238E27FC236}">
                    <a16:creationId xmlns:a16="http://schemas.microsoft.com/office/drawing/2014/main" id="{1186C1AF-59CB-9803-FC9A-156958DD1E35}"/>
                  </a:ext>
                </a:extLst>
              </p:cNvPr>
              <p:cNvSpPr/>
              <p:nvPr/>
            </p:nvSpPr>
            <p:spPr>
              <a:xfrm>
                <a:off x="6805838" y="1371774"/>
                <a:ext cx="725516" cy="725516"/>
              </a:xfrm>
              <a:custGeom>
                <a:avLst/>
                <a:gdLst>
                  <a:gd name="connsiteX0" fmla="*/ 362323 w 725516"/>
                  <a:gd name="connsiteY0" fmla="*/ 0 h 725516"/>
                  <a:gd name="connsiteX1" fmla="*/ 725516 w 725516"/>
                  <a:gd name="connsiteY1" fmla="*/ 362323 h 725516"/>
                  <a:gd name="connsiteX2" fmla="*/ 362323 w 725516"/>
                  <a:gd name="connsiteY2" fmla="*/ 725516 h 725516"/>
                  <a:gd name="connsiteX3" fmla="*/ 0 w 725516"/>
                  <a:gd name="connsiteY3" fmla="*/ 362323 h 725516"/>
                  <a:gd name="connsiteX4" fmla="*/ 362323 w 725516"/>
                  <a:gd name="connsiteY4" fmla="*/ 0 h 72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16" h="725516">
                    <a:moveTo>
                      <a:pt x="362323" y="0"/>
                    </a:moveTo>
                    <a:cubicBezTo>
                      <a:pt x="562645" y="0"/>
                      <a:pt x="725516" y="162000"/>
                      <a:pt x="725516" y="362323"/>
                    </a:cubicBezTo>
                    <a:cubicBezTo>
                      <a:pt x="725516" y="563516"/>
                      <a:pt x="562645" y="725516"/>
                      <a:pt x="362323" y="725516"/>
                    </a:cubicBezTo>
                    <a:cubicBezTo>
                      <a:pt x="162000" y="725516"/>
                      <a:pt x="0" y="563516"/>
                      <a:pt x="0" y="362323"/>
                    </a:cubicBezTo>
                    <a:cubicBezTo>
                      <a:pt x="0" y="162000"/>
                      <a:pt x="162000" y="0"/>
                      <a:pt x="362323" y="0"/>
                    </a:cubicBezTo>
                    <a:close/>
                  </a:path>
                </a:pathLst>
              </a:custGeom>
              <a:solidFill>
                <a:schemeClr val="accent3"/>
              </a:solidFill>
              <a:ln w="871" cap="flat">
                <a:noFill/>
                <a:prstDash val="solid"/>
                <a:miter/>
              </a:ln>
            </p:spPr>
            <p:txBody>
              <a:bodyPr rtlCol="0" anchor="ctr"/>
              <a:lstStyle/>
              <a:p>
                <a:endParaRPr lang="en-US">
                  <a:latin typeface="Arial" panose="020B0604020202020204" pitchFamily="34" charset="0"/>
                </a:endParaRPr>
              </a:p>
            </p:txBody>
          </p:sp>
        </p:grpSp>
      </p:grpSp>
      <p:pic>
        <p:nvPicPr>
          <p:cNvPr id="22" name="Graphic 21">
            <a:extLst>
              <a:ext uri="{FF2B5EF4-FFF2-40B4-BE49-F238E27FC236}">
                <a16:creationId xmlns:a16="http://schemas.microsoft.com/office/drawing/2014/main" id="{0A9BE548-2EBA-75C8-7D85-8109A1450FC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664641" y="6603477"/>
            <a:ext cx="694237" cy="75932"/>
          </a:xfrm>
          <a:prstGeom prst="rect">
            <a:avLst/>
          </a:prstGeom>
        </p:spPr>
      </p:pic>
      <p:sp>
        <p:nvSpPr>
          <p:cNvPr id="23" name="TextBox 22">
            <a:extLst>
              <a:ext uri="{FF2B5EF4-FFF2-40B4-BE49-F238E27FC236}">
                <a16:creationId xmlns:a16="http://schemas.microsoft.com/office/drawing/2014/main" id="{2DEF91F2-1791-B309-E5C8-89414DA76E3C}"/>
              </a:ext>
            </a:extLst>
          </p:cNvPr>
          <p:cNvSpPr txBox="1"/>
          <p:nvPr userDrawn="1"/>
        </p:nvSpPr>
        <p:spPr>
          <a:xfrm>
            <a:off x="929286" y="6555659"/>
            <a:ext cx="8604015"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2">
                    <a:lumMod val="50000"/>
                  </a:schemeClr>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endParaRPr>
          </a:p>
        </p:txBody>
      </p:sp>
      <p:sp>
        <p:nvSpPr>
          <p:cNvPr id="24" name="TextBox 23">
            <a:extLst>
              <a:ext uri="{FF2B5EF4-FFF2-40B4-BE49-F238E27FC236}">
                <a16:creationId xmlns:a16="http://schemas.microsoft.com/office/drawing/2014/main" id="{FA8FA000-FE2C-90D3-8512-DB3AACD8F54A}"/>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1"/>
                </a:solidFill>
                <a:latin typeface="+mj-lt"/>
                <a:ea typeface="Roboto Condensed" panose="02000000000000000000" pitchFamily="2" charset="0"/>
                <a:cs typeface="Segoe UI" panose="020B0502040204020203" pitchFamily="34" charset="0"/>
              </a:rPr>
              <a:pPr algn="ctr"/>
              <a:t>‹#›</a:t>
            </a:fld>
            <a:endParaRPr lang="id-ID" sz="2400" b="1" dirty="0">
              <a:solidFill>
                <a:schemeClr val="bg1"/>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110636103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Master_Content_02">
    <p:spTree>
      <p:nvGrpSpPr>
        <p:cNvPr id="1" name=""/>
        <p:cNvGrpSpPr/>
        <p:nvPr/>
      </p:nvGrpSpPr>
      <p:grpSpPr>
        <a:xfrm>
          <a:off x="0" y="0"/>
          <a:ext cx="0" cy="0"/>
          <a:chOff x="0" y="0"/>
          <a:chExt cx="0" cy="0"/>
        </a:xfrm>
      </p:grpSpPr>
      <p:sp>
        <p:nvSpPr>
          <p:cNvPr id="27" name="Text Placeholder 25">
            <a:extLst>
              <a:ext uri="{FF2B5EF4-FFF2-40B4-BE49-F238E27FC236}">
                <a16:creationId xmlns:a16="http://schemas.microsoft.com/office/drawing/2014/main" id="{FCF252F1-BB7C-6202-73B4-29E319056A8A}"/>
              </a:ext>
            </a:extLst>
          </p:cNvPr>
          <p:cNvSpPr>
            <a:spLocks noGrp="1"/>
          </p:cNvSpPr>
          <p:nvPr>
            <p:ph type="body" sz="quarter" idx="11" hasCustomPrompt="1"/>
          </p:nvPr>
        </p:nvSpPr>
        <p:spPr>
          <a:xfrm>
            <a:off x="929284" y="1488720"/>
            <a:ext cx="5780798" cy="1146904"/>
          </a:xfrm>
          <a:prstGeom prst="rect">
            <a:avLst/>
          </a:prstGeom>
        </p:spPr>
        <p:txBody>
          <a:bodyPr/>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3" name="Picture Placeholder 2">
            <a:extLst>
              <a:ext uri="{FF2B5EF4-FFF2-40B4-BE49-F238E27FC236}">
                <a16:creationId xmlns:a16="http://schemas.microsoft.com/office/drawing/2014/main" id="{7745DED3-850E-8F52-F849-5432B09614DD}"/>
              </a:ext>
            </a:extLst>
          </p:cNvPr>
          <p:cNvSpPr>
            <a:spLocks noGrp="1"/>
          </p:cNvSpPr>
          <p:nvPr>
            <p:ph type="pic" sz="quarter" idx="12"/>
          </p:nvPr>
        </p:nvSpPr>
        <p:spPr>
          <a:xfrm>
            <a:off x="929284" y="3075472"/>
            <a:ext cx="1144443" cy="1146905"/>
          </a:xfrm>
          <a:prstGeom prst="ellipse">
            <a:avLst/>
          </a:prstGeom>
        </p:spPr>
        <p:txBody>
          <a:bodyPr/>
          <a:lstStyle>
            <a:lvl1pPr>
              <a:defRPr sz="800"/>
            </a:lvl1pPr>
          </a:lstStyle>
          <a:p>
            <a:endParaRPr lang="en-US"/>
          </a:p>
        </p:txBody>
      </p:sp>
      <p:sp>
        <p:nvSpPr>
          <p:cNvPr id="11" name="Text Placeholder 10">
            <a:extLst>
              <a:ext uri="{FF2B5EF4-FFF2-40B4-BE49-F238E27FC236}">
                <a16:creationId xmlns:a16="http://schemas.microsoft.com/office/drawing/2014/main" id="{30209898-D4D6-645A-A23E-79027EDA457D}"/>
              </a:ext>
            </a:extLst>
          </p:cNvPr>
          <p:cNvSpPr>
            <a:spLocks noGrp="1"/>
          </p:cNvSpPr>
          <p:nvPr>
            <p:ph type="body" sz="quarter" idx="13"/>
          </p:nvPr>
        </p:nvSpPr>
        <p:spPr>
          <a:xfrm>
            <a:off x="2283415" y="3431404"/>
            <a:ext cx="2192338" cy="242045"/>
          </a:xfrm>
          <a:prstGeom prst="rect">
            <a:avLst/>
          </a:prstGeom>
        </p:spPr>
        <p:txBody>
          <a:bodyPr lIns="0" tIns="0"/>
          <a:lstStyle>
            <a:lvl1pPr marL="0" indent="0">
              <a:buNone/>
              <a:defRPr sz="1200"/>
            </a:lvl1pPr>
          </a:lstStyle>
          <a:p>
            <a:pPr lvl="0"/>
            <a:r>
              <a:rPr lang="en-US" dirty="0"/>
              <a:t>Click to edit Master text</a:t>
            </a:r>
          </a:p>
        </p:txBody>
      </p:sp>
      <p:sp>
        <p:nvSpPr>
          <p:cNvPr id="12" name="Text Placeholder 10">
            <a:extLst>
              <a:ext uri="{FF2B5EF4-FFF2-40B4-BE49-F238E27FC236}">
                <a16:creationId xmlns:a16="http://schemas.microsoft.com/office/drawing/2014/main" id="{D8A42BA7-0036-0CC3-96CE-0FC67499A40B}"/>
              </a:ext>
            </a:extLst>
          </p:cNvPr>
          <p:cNvSpPr>
            <a:spLocks noGrp="1"/>
          </p:cNvSpPr>
          <p:nvPr>
            <p:ph type="body" sz="quarter" idx="14"/>
          </p:nvPr>
        </p:nvSpPr>
        <p:spPr>
          <a:xfrm>
            <a:off x="2283415" y="3688152"/>
            <a:ext cx="2192338" cy="242045"/>
          </a:xfrm>
          <a:prstGeom prst="rect">
            <a:avLst/>
          </a:prstGeom>
        </p:spPr>
        <p:txBody>
          <a:bodyPr lIns="0" tIns="0"/>
          <a:lstStyle>
            <a:lvl1pPr marL="0" indent="0">
              <a:buNone/>
              <a:defRPr sz="1000">
                <a:solidFill>
                  <a:schemeClr val="accent1"/>
                </a:solidFill>
              </a:defRPr>
            </a:lvl1pPr>
          </a:lstStyle>
          <a:p>
            <a:pPr lvl="0"/>
            <a:r>
              <a:rPr lang="en-US" dirty="0"/>
              <a:t>Click to edit Master text</a:t>
            </a:r>
          </a:p>
        </p:txBody>
      </p:sp>
      <p:sp>
        <p:nvSpPr>
          <p:cNvPr id="14" name="Picture Placeholder 2">
            <a:extLst>
              <a:ext uri="{FF2B5EF4-FFF2-40B4-BE49-F238E27FC236}">
                <a16:creationId xmlns:a16="http://schemas.microsoft.com/office/drawing/2014/main" id="{7328A0BB-FA40-2AD0-BB11-94D13FF4A2FB}"/>
              </a:ext>
            </a:extLst>
          </p:cNvPr>
          <p:cNvSpPr>
            <a:spLocks noGrp="1"/>
          </p:cNvSpPr>
          <p:nvPr>
            <p:ph type="pic" sz="quarter" idx="15"/>
          </p:nvPr>
        </p:nvSpPr>
        <p:spPr>
          <a:xfrm>
            <a:off x="4685441" y="3075472"/>
            <a:ext cx="1144443" cy="1146905"/>
          </a:xfrm>
          <a:prstGeom prst="ellipse">
            <a:avLst/>
          </a:prstGeom>
        </p:spPr>
        <p:txBody>
          <a:bodyPr/>
          <a:lstStyle>
            <a:lvl1pPr>
              <a:defRPr sz="800"/>
            </a:lvl1pPr>
          </a:lstStyle>
          <a:p>
            <a:endParaRPr lang="en-US"/>
          </a:p>
        </p:txBody>
      </p:sp>
      <p:sp>
        <p:nvSpPr>
          <p:cNvPr id="15" name="Text Placeholder 10">
            <a:extLst>
              <a:ext uri="{FF2B5EF4-FFF2-40B4-BE49-F238E27FC236}">
                <a16:creationId xmlns:a16="http://schemas.microsoft.com/office/drawing/2014/main" id="{394AA235-8002-C689-C4D1-4964B8E48E8F}"/>
              </a:ext>
            </a:extLst>
          </p:cNvPr>
          <p:cNvSpPr>
            <a:spLocks noGrp="1"/>
          </p:cNvSpPr>
          <p:nvPr>
            <p:ph type="body" sz="quarter" idx="16"/>
          </p:nvPr>
        </p:nvSpPr>
        <p:spPr>
          <a:xfrm>
            <a:off x="6039572" y="3431404"/>
            <a:ext cx="2192338" cy="242045"/>
          </a:xfrm>
          <a:prstGeom prst="rect">
            <a:avLst/>
          </a:prstGeom>
        </p:spPr>
        <p:txBody>
          <a:bodyPr lIns="0" tIns="0"/>
          <a:lstStyle>
            <a:lvl1pPr marL="0" indent="0">
              <a:buNone/>
              <a:defRPr sz="1200"/>
            </a:lvl1pPr>
          </a:lstStyle>
          <a:p>
            <a:pPr lvl="0"/>
            <a:r>
              <a:rPr lang="en-US" dirty="0"/>
              <a:t>Click to edit Master text</a:t>
            </a:r>
          </a:p>
        </p:txBody>
      </p:sp>
      <p:sp>
        <p:nvSpPr>
          <p:cNvPr id="16" name="Text Placeholder 10">
            <a:extLst>
              <a:ext uri="{FF2B5EF4-FFF2-40B4-BE49-F238E27FC236}">
                <a16:creationId xmlns:a16="http://schemas.microsoft.com/office/drawing/2014/main" id="{1D301082-1E2A-42C1-B7B6-907B20C61F83}"/>
              </a:ext>
            </a:extLst>
          </p:cNvPr>
          <p:cNvSpPr>
            <a:spLocks noGrp="1"/>
          </p:cNvSpPr>
          <p:nvPr>
            <p:ph type="body" sz="quarter" idx="17"/>
          </p:nvPr>
        </p:nvSpPr>
        <p:spPr>
          <a:xfrm>
            <a:off x="6039572" y="3688152"/>
            <a:ext cx="2192338" cy="242045"/>
          </a:xfrm>
          <a:prstGeom prst="rect">
            <a:avLst/>
          </a:prstGeom>
        </p:spPr>
        <p:txBody>
          <a:bodyPr lIns="0" tIns="0"/>
          <a:lstStyle>
            <a:lvl1pPr marL="0" indent="0">
              <a:buNone/>
              <a:defRPr sz="1000">
                <a:solidFill>
                  <a:schemeClr val="accent1"/>
                </a:solidFill>
              </a:defRPr>
            </a:lvl1pPr>
          </a:lstStyle>
          <a:p>
            <a:pPr lvl="0"/>
            <a:r>
              <a:rPr lang="en-US" dirty="0"/>
              <a:t>Click to edit Master text</a:t>
            </a:r>
          </a:p>
        </p:txBody>
      </p:sp>
      <p:sp>
        <p:nvSpPr>
          <p:cNvPr id="20" name="Picture Placeholder 2">
            <a:extLst>
              <a:ext uri="{FF2B5EF4-FFF2-40B4-BE49-F238E27FC236}">
                <a16:creationId xmlns:a16="http://schemas.microsoft.com/office/drawing/2014/main" id="{9E3B4406-863A-EECB-9484-4B14394AC7A8}"/>
              </a:ext>
            </a:extLst>
          </p:cNvPr>
          <p:cNvSpPr>
            <a:spLocks noGrp="1"/>
          </p:cNvSpPr>
          <p:nvPr>
            <p:ph type="pic" sz="quarter" idx="18"/>
          </p:nvPr>
        </p:nvSpPr>
        <p:spPr>
          <a:xfrm>
            <a:off x="8443054" y="3075472"/>
            <a:ext cx="1144443" cy="1146905"/>
          </a:xfrm>
          <a:prstGeom prst="ellipse">
            <a:avLst/>
          </a:prstGeom>
        </p:spPr>
        <p:txBody>
          <a:bodyPr/>
          <a:lstStyle>
            <a:lvl1pPr>
              <a:defRPr sz="800"/>
            </a:lvl1pPr>
          </a:lstStyle>
          <a:p>
            <a:endParaRPr lang="en-US"/>
          </a:p>
        </p:txBody>
      </p:sp>
      <p:sp>
        <p:nvSpPr>
          <p:cNvPr id="21" name="Text Placeholder 10">
            <a:extLst>
              <a:ext uri="{FF2B5EF4-FFF2-40B4-BE49-F238E27FC236}">
                <a16:creationId xmlns:a16="http://schemas.microsoft.com/office/drawing/2014/main" id="{D891B302-0A2D-D588-50C2-2C76741221E0}"/>
              </a:ext>
            </a:extLst>
          </p:cNvPr>
          <p:cNvSpPr>
            <a:spLocks noGrp="1"/>
          </p:cNvSpPr>
          <p:nvPr>
            <p:ph type="body" sz="quarter" idx="19"/>
          </p:nvPr>
        </p:nvSpPr>
        <p:spPr>
          <a:xfrm>
            <a:off x="9797185" y="3431404"/>
            <a:ext cx="2192338" cy="242045"/>
          </a:xfrm>
          <a:prstGeom prst="rect">
            <a:avLst/>
          </a:prstGeom>
        </p:spPr>
        <p:txBody>
          <a:bodyPr lIns="0" tIns="0"/>
          <a:lstStyle>
            <a:lvl1pPr marL="0" indent="0">
              <a:buNone/>
              <a:defRPr sz="1200"/>
            </a:lvl1pPr>
          </a:lstStyle>
          <a:p>
            <a:pPr lvl="0"/>
            <a:r>
              <a:rPr lang="en-US" dirty="0"/>
              <a:t>Click to edit Master text</a:t>
            </a:r>
          </a:p>
        </p:txBody>
      </p:sp>
      <p:sp>
        <p:nvSpPr>
          <p:cNvPr id="22" name="Text Placeholder 10">
            <a:extLst>
              <a:ext uri="{FF2B5EF4-FFF2-40B4-BE49-F238E27FC236}">
                <a16:creationId xmlns:a16="http://schemas.microsoft.com/office/drawing/2014/main" id="{5094F508-D1FC-1034-C473-F4999C72F326}"/>
              </a:ext>
            </a:extLst>
          </p:cNvPr>
          <p:cNvSpPr>
            <a:spLocks noGrp="1"/>
          </p:cNvSpPr>
          <p:nvPr>
            <p:ph type="body" sz="quarter" idx="20"/>
          </p:nvPr>
        </p:nvSpPr>
        <p:spPr>
          <a:xfrm>
            <a:off x="9797185" y="3688152"/>
            <a:ext cx="2192338" cy="242045"/>
          </a:xfrm>
          <a:prstGeom prst="rect">
            <a:avLst/>
          </a:prstGeom>
        </p:spPr>
        <p:txBody>
          <a:bodyPr lIns="0" tIns="0"/>
          <a:lstStyle>
            <a:lvl1pPr marL="0" indent="0">
              <a:buNone/>
              <a:defRPr sz="1000">
                <a:solidFill>
                  <a:schemeClr val="accent1"/>
                </a:solidFill>
              </a:defRPr>
            </a:lvl1pPr>
          </a:lstStyle>
          <a:p>
            <a:pPr lvl="0"/>
            <a:r>
              <a:rPr lang="en-US" dirty="0"/>
              <a:t>Click to edit Master text</a:t>
            </a:r>
          </a:p>
        </p:txBody>
      </p:sp>
      <p:sp>
        <p:nvSpPr>
          <p:cNvPr id="23" name="Picture Placeholder 2">
            <a:extLst>
              <a:ext uri="{FF2B5EF4-FFF2-40B4-BE49-F238E27FC236}">
                <a16:creationId xmlns:a16="http://schemas.microsoft.com/office/drawing/2014/main" id="{541520AB-C60C-88CA-5F67-1C5D3FC3DE3F}"/>
              </a:ext>
            </a:extLst>
          </p:cNvPr>
          <p:cNvSpPr>
            <a:spLocks noGrp="1"/>
          </p:cNvSpPr>
          <p:nvPr>
            <p:ph type="pic" sz="quarter" idx="21"/>
          </p:nvPr>
        </p:nvSpPr>
        <p:spPr>
          <a:xfrm>
            <a:off x="929284" y="4561372"/>
            <a:ext cx="1144443" cy="1146905"/>
          </a:xfrm>
          <a:prstGeom prst="ellipse">
            <a:avLst/>
          </a:prstGeom>
        </p:spPr>
        <p:txBody>
          <a:bodyPr/>
          <a:lstStyle>
            <a:lvl1pPr>
              <a:defRPr sz="800"/>
            </a:lvl1pPr>
          </a:lstStyle>
          <a:p>
            <a:endParaRPr lang="en-US"/>
          </a:p>
        </p:txBody>
      </p:sp>
      <p:sp>
        <p:nvSpPr>
          <p:cNvPr id="24" name="Text Placeholder 10">
            <a:extLst>
              <a:ext uri="{FF2B5EF4-FFF2-40B4-BE49-F238E27FC236}">
                <a16:creationId xmlns:a16="http://schemas.microsoft.com/office/drawing/2014/main" id="{101B6A22-567F-94CF-754E-E95CCA6FB6F7}"/>
              </a:ext>
            </a:extLst>
          </p:cNvPr>
          <p:cNvSpPr>
            <a:spLocks noGrp="1"/>
          </p:cNvSpPr>
          <p:nvPr>
            <p:ph type="body" sz="quarter" idx="22"/>
          </p:nvPr>
        </p:nvSpPr>
        <p:spPr>
          <a:xfrm>
            <a:off x="2283415" y="4917304"/>
            <a:ext cx="2192338" cy="242045"/>
          </a:xfrm>
          <a:prstGeom prst="rect">
            <a:avLst/>
          </a:prstGeom>
        </p:spPr>
        <p:txBody>
          <a:bodyPr lIns="0" tIns="0"/>
          <a:lstStyle>
            <a:lvl1pPr marL="0" indent="0">
              <a:buNone/>
              <a:defRPr sz="1200"/>
            </a:lvl1pPr>
          </a:lstStyle>
          <a:p>
            <a:pPr lvl="0"/>
            <a:r>
              <a:rPr lang="en-US" dirty="0"/>
              <a:t>Click to edit Master text</a:t>
            </a:r>
          </a:p>
        </p:txBody>
      </p:sp>
      <p:sp>
        <p:nvSpPr>
          <p:cNvPr id="25" name="Text Placeholder 10">
            <a:extLst>
              <a:ext uri="{FF2B5EF4-FFF2-40B4-BE49-F238E27FC236}">
                <a16:creationId xmlns:a16="http://schemas.microsoft.com/office/drawing/2014/main" id="{505A8FAC-76B6-C188-1869-0C98D9971146}"/>
              </a:ext>
            </a:extLst>
          </p:cNvPr>
          <p:cNvSpPr>
            <a:spLocks noGrp="1"/>
          </p:cNvSpPr>
          <p:nvPr>
            <p:ph type="body" sz="quarter" idx="23"/>
          </p:nvPr>
        </p:nvSpPr>
        <p:spPr>
          <a:xfrm>
            <a:off x="2283415" y="5174052"/>
            <a:ext cx="2192338" cy="242045"/>
          </a:xfrm>
          <a:prstGeom prst="rect">
            <a:avLst/>
          </a:prstGeom>
        </p:spPr>
        <p:txBody>
          <a:bodyPr lIns="0" tIns="0"/>
          <a:lstStyle>
            <a:lvl1pPr marL="0" indent="0">
              <a:buNone/>
              <a:defRPr sz="1000">
                <a:solidFill>
                  <a:schemeClr val="accent1"/>
                </a:solidFill>
              </a:defRPr>
            </a:lvl1pPr>
          </a:lstStyle>
          <a:p>
            <a:pPr lvl="0"/>
            <a:r>
              <a:rPr lang="en-US" dirty="0"/>
              <a:t>Click to edit Master text</a:t>
            </a:r>
          </a:p>
        </p:txBody>
      </p:sp>
      <p:sp>
        <p:nvSpPr>
          <p:cNvPr id="28" name="Picture Placeholder 2">
            <a:extLst>
              <a:ext uri="{FF2B5EF4-FFF2-40B4-BE49-F238E27FC236}">
                <a16:creationId xmlns:a16="http://schemas.microsoft.com/office/drawing/2014/main" id="{68A62BDD-51AA-29A1-6C94-3B91E0DA0D6D}"/>
              </a:ext>
            </a:extLst>
          </p:cNvPr>
          <p:cNvSpPr>
            <a:spLocks noGrp="1"/>
          </p:cNvSpPr>
          <p:nvPr>
            <p:ph type="pic" sz="quarter" idx="24"/>
          </p:nvPr>
        </p:nvSpPr>
        <p:spPr>
          <a:xfrm>
            <a:off x="4685441" y="4561372"/>
            <a:ext cx="1144443" cy="1146905"/>
          </a:xfrm>
          <a:prstGeom prst="ellipse">
            <a:avLst/>
          </a:prstGeom>
        </p:spPr>
        <p:txBody>
          <a:bodyPr/>
          <a:lstStyle>
            <a:lvl1pPr>
              <a:defRPr sz="800"/>
            </a:lvl1pPr>
          </a:lstStyle>
          <a:p>
            <a:endParaRPr lang="en-US"/>
          </a:p>
        </p:txBody>
      </p:sp>
      <p:sp>
        <p:nvSpPr>
          <p:cNvPr id="29" name="Text Placeholder 10">
            <a:extLst>
              <a:ext uri="{FF2B5EF4-FFF2-40B4-BE49-F238E27FC236}">
                <a16:creationId xmlns:a16="http://schemas.microsoft.com/office/drawing/2014/main" id="{E0B4215A-F73E-5880-EA11-8EE23477484C}"/>
              </a:ext>
            </a:extLst>
          </p:cNvPr>
          <p:cNvSpPr>
            <a:spLocks noGrp="1"/>
          </p:cNvSpPr>
          <p:nvPr>
            <p:ph type="body" sz="quarter" idx="25"/>
          </p:nvPr>
        </p:nvSpPr>
        <p:spPr>
          <a:xfrm>
            <a:off x="6039572" y="4917304"/>
            <a:ext cx="2192338" cy="242045"/>
          </a:xfrm>
          <a:prstGeom prst="rect">
            <a:avLst/>
          </a:prstGeom>
        </p:spPr>
        <p:txBody>
          <a:bodyPr lIns="0" tIns="0"/>
          <a:lstStyle>
            <a:lvl1pPr marL="0" indent="0">
              <a:buNone/>
              <a:defRPr sz="1200"/>
            </a:lvl1pPr>
          </a:lstStyle>
          <a:p>
            <a:pPr lvl="0"/>
            <a:r>
              <a:rPr lang="en-US" dirty="0"/>
              <a:t>Click to edit Master text</a:t>
            </a:r>
          </a:p>
        </p:txBody>
      </p:sp>
      <p:sp>
        <p:nvSpPr>
          <p:cNvPr id="30" name="Text Placeholder 10">
            <a:extLst>
              <a:ext uri="{FF2B5EF4-FFF2-40B4-BE49-F238E27FC236}">
                <a16:creationId xmlns:a16="http://schemas.microsoft.com/office/drawing/2014/main" id="{99BAC9EA-CFA7-C158-6B4D-30A8F9E468B8}"/>
              </a:ext>
            </a:extLst>
          </p:cNvPr>
          <p:cNvSpPr>
            <a:spLocks noGrp="1"/>
          </p:cNvSpPr>
          <p:nvPr>
            <p:ph type="body" sz="quarter" idx="26"/>
          </p:nvPr>
        </p:nvSpPr>
        <p:spPr>
          <a:xfrm>
            <a:off x="6039572" y="5174052"/>
            <a:ext cx="2192338" cy="242045"/>
          </a:xfrm>
          <a:prstGeom prst="rect">
            <a:avLst/>
          </a:prstGeom>
        </p:spPr>
        <p:txBody>
          <a:bodyPr lIns="0" tIns="0"/>
          <a:lstStyle>
            <a:lvl1pPr marL="0" indent="0">
              <a:buNone/>
              <a:defRPr sz="1000">
                <a:solidFill>
                  <a:schemeClr val="accent1"/>
                </a:solidFill>
              </a:defRPr>
            </a:lvl1pPr>
          </a:lstStyle>
          <a:p>
            <a:pPr lvl="0"/>
            <a:r>
              <a:rPr lang="en-US" dirty="0"/>
              <a:t>Click to edit Master text</a:t>
            </a:r>
          </a:p>
        </p:txBody>
      </p:sp>
      <p:sp>
        <p:nvSpPr>
          <p:cNvPr id="31" name="Picture Placeholder 2">
            <a:extLst>
              <a:ext uri="{FF2B5EF4-FFF2-40B4-BE49-F238E27FC236}">
                <a16:creationId xmlns:a16="http://schemas.microsoft.com/office/drawing/2014/main" id="{4729899A-AF2D-52BE-F59E-F4A964B15691}"/>
              </a:ext>
            </a:extLst>
          </p:cNvPr>
          <p:cNvSpPr>
            <a:spLocks noGrp="1"/>
          </p:cNvSpPr>
          <p:nvPr>
            <p:ph type="pic" sz="quarter" idx="27"/>
          </p:nvPr>
        </p:nvSpPr>
        <p:spPr>
          <a:xfrm>
            <a:off x="8443054" y="4561372"/>
            <a:ext cx="1144443" cy="1146905"/>
          </a:xfrm>
          <a:prstGeom prst="ellipse">
            <a:avLst/>
          </a:prstGeom>
        </p:spPr>
        <p:txBody>
          <a:bodyPr/>
          <a:lstStyle>
            <a:lvl1pPr>
              <a:defRPr sz="800"/>
            </a:lvl1pPr>
          </a:lstStyle>
          <a:p>
            <a:endParaRPr lang="en-US"/>
          </a:p>
        </p:txBody>
      </p:sp>
      <p:sp>
        <p:nvSpPr>
          <p:cNvPr id="32" name="Text Placeholder 10">
            <a:extLst>
              <a:ext uri="{FF2B5EF4-FFF2-40B4-BE49-F238E27FC236}">
                <a16:creationId xmlns:a16="http://schemas.microsoft.com/office/drawing/2014/main" id="{0F67E544-EA47-AACA-F6C6-78D346797887}"/>
              </a:ext>
            </a:extLst>
          </p:cNvPr>
          <p:cNvSpPr>
            <a:spLocks noGrp="1"/>
          </p:cNvSpPr>
          <p:nvPr>
            <p:ph type="body" sz="quarter" idx="28"/>
          </p:nvPr>
        </p:nvSpPr>
        <p:spPr>
          <a:xfrm>
            <a:off x="9797185" y="4917304"/>
            <a:ext cx="2192338" cy="242045"/>
          </a:xfrm>
          <a:prstGeom prst="rect">
            <a:avLst/>
          </a:prstGeom>
        </p:spPr>
        <p:txBody>
          <a:bodyPr lIns="0" tIns="0"/>
          <a:lstStyle>
            <a:lvl1pPr marL="0" indent="0">
              <a:buNone/>
              <a:defRPr sz="1200"/>
            </a:lvl1pPr>
          </a:lstStyle>
          <a:p>
            <a:pPr lvl="0"/>
            <a:r>
              <a:rPr lang="en-US" dirty="0"/>
              <a:t>Click to edit Master text</a:t>
            </a:r>
          </a:p>
        </p:txBody>
      </p:sp>
      <p:sp>
        <p:nvSpPr>
          <p:cNvPr id="33" name="Text Placeholder 10">
            <a:extLst>
              <a:ext uri="{FF2B5EF4-FFF2-40B4-BE49-F238E27FC236}">
                <a16:creationId xmlns:a16="http://schemas.microsoft.com/office/drawing/2014/main" id="{9C2C511C-5E30-73CC-FBF3-C58D36332889}"/>
              </a:ext>
            </a:extLst>
          </p:cNvPr>
          <p:cNvSpPr>
            <a:spLocks noGrp="1"/>
          </p:cNvSpPr>
          <p:nvPr>
            <p:ph type="body" sz="quarter" idx="29"/>
          </p:nvPr>
        </p:nvSpPr>
        <p:spPr>
          <a:xfrm>
            <a:off x="9797185" y="5174052"/>
            <a:ext cx="2192338" cy="242045"/>
          </a:xfrm>
          <a:prstGeom prst="rect">
            <a:avLst/>
          </a:prstGeom>
        </p:spPr>
        <p:txBody>
          <a:bodyPr lIns="0" tIns="0"/>
          <a:lstStyle>
            <a:lvl1pPr marL="0" indent="0">
              <a:buNone/>
              <a:defRPr sz="1000">
                <a:solidFill>
                  <a:schemeClr val="accent1"/>
                </a:solidFill>
              </a:defRPr>
            </a:lvl1pPr>
          </a:lstStyle>
          <a:p>
            <a:pPr lvl="0"/>
            <a:r>
              <a:rPr lang="en-US" dirty="0"/>
              <a:t>Click to edit Master text</a:t>
            </a:r>
          </a:p>
        </p:txBody>
      </p:sp>
      <p:sp>
        <p:nvSpPr>
          <p:cNvPr id="2" name="Text Placeholder 25">
            <a:extLst>
              <a:ext uri="{FF2B5EF4-FFF2-40B4-BE49-F238E27FC236}">
                <a16:creationId xmlns:a16="http://schemas.microsoft.com/office/drawing/2014/main" id="{78A5A781-9C62-F54F-7F18-82BE281FF281}"/>
              </a:ext>
            </a:extLst>
          </p:cNvPr>
          <p:cNvSpPr>
            <a:spLocks noGrp="1"/>
          </p:cNvSpPr>
          <p:nvPr>
            <p:ph type="body" sz="quarter" idx="10"/>
          </p:nvPr>
        </p:nvSpPr>
        <p:spPr>
          <a:xfrm>
            <a:off x="929284" y="340391"/>
            <a:ext cx="8509684" cy="1444164"/>
          </a:xfrm>
          <a:prstGeom prst="rect">
            <a:avLst/>
          </a:prstGeom>
        </p:spPr>
        <p:txBody>
          <a:bodyPr lIns="45720"/>
          <a:lstStyle>
            <a:lvl1pPr marL="0" indent="0">
              <a:lnSpc>
                <a:spcPct val="100000"/>
              </a:lnSpc>
              <a:buNone/>
              <a:defRPr sz="3600" b="1" i="0">
                <a:latin typeface="+mj-lt"/>
              </a:defRPr>
            </a:lvl1pPr>
          </a:lstStyle>
          <a:p>
            <a:r>
              <a:rPr lang="en-US" dirty="0"/>
              <a:t>Click to edit Master text styles</a:t>
            </a:r>
          </a:p>
        </p:txBody>
      </p:sp>
    </p:spTree>
    <p:extLst>
      <p:ext uri="{BB962C8B-B14F-4D97-AF65-F5344CB8AC3E}">
        <p14:creationId xmlns:p14="http://schemas.microsoft.com/office/powerpoint/2010/main" val="8499566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Master_Content_03">
    <p:spTree>
      <p:nvGrpSpPr>
        <p:cNvPr id="1" name=""/>
        <p:cNvGrpSpPr/>
        <p:nvPr/>
      </p:nvGrpSpPr>
      <p:grpSpPr>
        <a:xfrm>
          <a:off x="0" y="0"/>
          <a:ext cx="0" cy="0"/>
          <a:chOff x="0" y="0"/>
          <a:chExt cx="0" cy="0"/>
        </a:xfrm>
      </p:grpSpPr>
      <p:sp>
        <p:nvSpPr>
          <p:cNvPr id="9" name="Picture Placeholder 14">
            <a:extLst>
              <a:ext uri="{FF2B5EF4-FFF2-40B4-BE49-F238E27FC236}">
                <a16:creationId xmlns:a16="http://schemas.microsoft.com/office/drawing/2014/main" id="{DE10333B-D8C6-9B85-BF2E-29D367514E19}"/>
              </a:ext>
            </a:extLst>
          </p:cNvPr>
          <p:cNvSpPr>
            <a:spLocks noGrp="1"/>
          </p:cNvSpPr>
          <p:nvPr>
            <p:ph type="pic" sz="quarter" idx="12"/>
          </p:nvPr>
        </p:nvSpPr>
        <p:spPr>
          <a:xfrm>
            <a:off x="6286500" y="0"/>
            <a:ext cx="5905500" cy="6858000"/>
          </a:xfrm>
          <a:prstGeom prst="rect">
            <a:avLst/>
          </a:prstGeom>
        </p:spPr>
        <p:txBody>
          <a:bodyPr/>
          <a:lstStyle>
            <a:lvl1pPr marL="0" indent="0">
              <a:buNone/>
              <a:defRPr/>
            </a:lvl1pPr>
          </a:lstStyle>
          <a:p>
            <a:endParaRPr lang="en-US" dirty="0"/>
          </a:p>
        </p:txBody>
      </p:sp>
      <p:sp>
        <p:nvSpPr>
          <p:cNvPr id="14" name="TextBox 13">
            <a:extLst>
              <a:ext uri="{FF2B5EF4-FFF2-40B4-BE49-F238E27FC236}">
                <a16:creationId xmlns:a16="http://schemas.microsoft.com/office/drawing/2014/main" id="{B8CF4458-FA87-046F-A21C-C40457B79689}"/>
              </a:ext>
            </a:extLst>
          </p:cNvPr>
          <p:cNvSpPr txBox="1"/>
          <p:nvPr userDrawn="1"/>
        </p:nvSpPr>
        <p:spPr>
          <a:xfrm>
            <a:off x="763098" y="6417119"/>
            <a:ext cx="3590089" cy="320601"/>
          </a:xfrm>
          <a:prstGeom prst="rect">
            <a:avLst/>
          </a:prstGeom>
          <a:noFill/>
        </p:spPr>
        <p:txBody>
          <a:bodyPr wrap="square" lIns="0" rIns="0">
            <a:spAutoFit/>
          </a:bodyPr>
          <a:lstStyle/>
          <a:p>
            <a:pPr marL="3175" algn="l">
              <a:lnSpc>
                <a:spcPct val="100000"/>
              </a:lnSpc>
              <a:spcAft>
                <a:spcPts val="100"/>
              </a:spcAft>
            </a:pPr>
            <a:r>
              <a:rPr lang="en-US" sz="700" kern="100" dirty="0">
                <a:solidFill>
                  <a:schemeClr val="bg2">
                    <a:lumMod val="50000"/>
                  </a:schemeClr>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p>
          <a:p>
            <a:pPr marL="3175" algn="l">
              <a:lnSpc>
                <a:spcPct val="100000"/>
              </a:lnSpc>
              <a:spcAft>
                <a:spcPts val="100"/>
              </a:spcAft>
            </a:pPr>
            <a:r>
              <a:rPr lang="en-US"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endParaRPr>
          </a:p>
        </p:txBody>
      </p:sp>
      <p:sp>
        <p:nvSpPr>
          <p:cNvPr id="15" name="Rectangle 14">
            <a:extLst>
              <a:ext uri="{FF2B5EF4-FFF2-40B4-BE49-F238E27FC236}">
                <a16:creationId xmlns:a16="http://schemas.microsoft.com/office/drawing/2014/main" id="{B5B63A1C-AA84-E88D-AC96-130824A72AB7}"/>
              </a:ext>
            </a:extLst>
          </p:cNvPr>
          <p:cNvSpPr/>
          <p:nvPr userDrawn="1"/>
        </p:nvSpPr>
        <p:spPr>
          <a:xfrm rot="5400000">
            <a:off x="-3170198" y="3170198"/>
            <a:ext cx="6858002" cy="517606"/>
          </a:xfrm>
          <a:prstGeom prst="rect">
            <a:avLst/>
          </a:prstGeom>
          <a:gradFill flip="none" rotWithShape="1">
            <a:gsLst>
              <a:gs pos="0">
                <a:srgbClr val="5827E3"/>
              </a:gs>
              <a:gs pos="84000">
                <a:srgbClr val="0559FA"/>
              </a:gs>
              <a:gs pos="15000">
                <a:srgbClr val="2F40EF"/>
              </a:gs>
              <a:gs pos="100000">
                <a:srgbClr val="1E046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Picture Placeholder 14">
            <a:extLst>
              <a:ext uri="{FF2B5EF4-FFF2-40B4-BE49-F238E27FC236}">
                <a16:creationId xmlns:a16="http://schemas.microsoft.com/office/drawing/2014/main" id="{D158ADAD-13BE-B01C-91D6-DA9465856898}"/>
              </a:ext>
            </a:extLst>
          </p:cNvPr>
          <p:cNvSpPr>
            <a:spLocks noGrp="1"/>
          </p:cNvSpPr>
          <p:nvPr>
            <p:ph type="pic" sz="quarter" idx="13"/>
          </p:nvPr>
        </p:nvSpPr>
        <p:spPr>
          <a:xfrm>
            <a:off x="6286500" y="0"/>
            <a:ext cx="5905500" cy="6858000"/>
          </a:xfrm>
          <a:prstGeom prst="rect">
            <a:avLst/>
          </a:prstGeom>
        </p:spPr>
        <p:txBody>
          <a:bodyPr/>
          <a:lstStyle>
            <a:lvl1pPr marL="0" indent="0">
              <a:buNone/>
              <a:defRPr/>
            </a:lvl1pPr>
          </a:lstStyle>
          <a:p>
            <a:endParaRPr lang="en-US" dirty="0"/>
          </a:p>
        </p:txBody>
      </p:sp>
      <p:sp>
        <p:nvSpPr>
          <p:cNvPr id="19" name="Text Placeholder 25">
            <a:extLst>
              <a:ext uri="{FF2B5EF4-FFF2-40B4-BE49-F238E27FC236}">
                <a16:creationId xmlns:a16="http://schemas.microsoft.com/office/drawing/2014/main" id="{5D1F2560-1C02-FDE5-83FA-1DAB49A1C7BF}"/>
              </a:ext>
            </a:extLst>
          </p:cNvPr>
          <p:cNvSpPr>
            <a:spLocks noGrp="1"/>
          </p:cNvSpPr>
          <p:nvPr>
            <p:ph type="body" sz="quarter" idx="10"/>
          </p:nvPr>
        </p:nvSpPr>
        <p:spPr>
          <a:xfrm>
            <a:off x="680164" y="1418042"/>
            <a:ext cx="4424381" cy="1444164"/>
          </a:xfrm>
          <a:prstGeom prst="rect">
            <a:avLst/>
          </a:prstGeom>
        </p:spPr>
        <p:txBody>
          <a:bodyPr lIns="45720"/>
          <a:lstStyle>
            <a:lvl1pPr marL="0" indent="0">
              <a:lnSpc>
                <a:spcPct val="100000"/>
              </a:lnSpc>
              <a:buNone/>
              <a:defRPr sz="3600" b="0" i="0">
                <a:solidFill>
                  <a:schemeClr val="accent1"/>
                </a:solidFill>
                <a:latin typeface="+mj-lt"/>
              </a:defRPr>
            </a:lvl1pPr>
          </a:lstStyle>
          <a:p>
            <a:r>
              <a:rPr lang="en-US" dirty="0"/>
              <a:t>Click to edit Master text styles</a:t>
            </a:r>
          </a:p>
        </p:txBody>
      </p:sp>
      <p:sp>
        <p:nvSpPr>
          <p:cNvPr id="20" name="Text Placeholder 25">
            <a:extLst>
              <a:ext uri="{FF2B5EF4-FFF2-40B4-BE49-F238E27FC236}">
                <a16:creationId xmlns:a16="http://schemas.microsoft.com/office/drawing/2014/main" id="{021F7BC2-25B6-D900-52CD-258DD1403F27}"/>
              </a:ext>
            </a:extLst>
          </p:cNvPr>
          <p:cNvSpPr>
            <a:spLocks noGrp="1"/>
          </p:cNvSpPr>
          <p:nvPr>
            <p:ph type="body" sz="quarter" idx="11" hasCustomPrompt="1"/>
          </p:nvPr>
        </p:nvSpPr>
        <p:spPr>
          <a:xfrm>
            <a:off x="680164" y="2951875"/>
            <a:ext cx="4424381" cy="1444164"/>
          </a:xfrm>
          <a:prstGeom prst="rect">
            <a:avLst/>
          </a:prstGeom>
        </p:spPr>
        <p:txBody>
          <a:bodyPr/>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22" name="Title 1">
            <a:extLst>
              <a:ext uri="{FF2B5EF4-FFF2-40B4-BE49-F238E27FC236}">
                <a16:creationId xmlns:a16="http://schemas.microsoft.com/office/drawing/2014/main" id="{6989AAEF-AB73-3723-00AA-BB6C4D6C0669}"/>
              </a:ext>
            </a:extLst>
          </p:cNvPr>
          <p:cNvSpPr txBox="1">
            <a:spLocks/>
          </p:cNvSpPr>
          <p:nvPr userDrawn="1"/>
        </p:nvSpPr>
        <p:spPr>
          <a:xfrm>
            <a:off x="680164" y="284562"/>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l"/>
            <a:r>
              <a:rPr lang="en-US" sz="1400" b="1" i="0" spc="0" dirty="0">
                <a:solidFill>
                  <a:schemeClr val="tx1"/>
                </a:solidFill>
                <a:latin typeface="Gelion Semi Bold" pitchFamily="2" charset="77"/>
                <a:ea typeface="Poppins"/>
                <a:cs typeface="Poppins"/>
                <a:sym typeface="Poppins"/>
              </a:rPr>
              <a:t>For People, By People</a:t>
            </a:r>
            <a:endParaRPr lang="en-US" sz="1400" b="1" i="0" spc="0" dirty="0">
              <a:solidFill>
                <a:schemeClr val="tx1"/>
              </a:solidFill>
              <a:latin typeface="Gelion Semi Bold" pitchFamily="2" charset="77"/>
            </a:endParaRPr>
          </a:p>
        </p:txBody>
      </p:sp>
      <p:pic>
        <p:nvPicPr>
          <p:cNvPr id="2" name="Picture 1">
            <a:extLst>
              <a:ext uri="{FF2B5EF4-FFF2-40B4-BE49-F238E27FC236}">
                <a16:creationId xmlns:a16="http://schemas.microsoft.com/office/drawing/2014/main" id="{672D90E5-DA26-7102-C5FE-459D0D7A48A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34757" y="162350"/>
            <a:ext cx="248092" cy="336125"/>
          </a:xfrm>
          <a:prstGeom prst="rect">
            <a:avLst/>
          </a:prstGeom>
        </p:spPr>
      </p:pic>
      <p:sp>
        <p:nvSpPr>
          <p:cNvPr id="4" name="TextBox 3">
            <a:extLst>
              <a:ext uri="{FF2B5EF4-FFF2-40B4-BE49-F238E27FC236}">
                <a16:creationId xmlns:a16="http://schemas.microsoft.com/office/drawing/2014/main" id="{6511A9C8-DF8C-C24F-FF1A-CA6EEE75BD4F}"/>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1"/>
                </a:solidFill>
                <a:latin typeface="+mj-lt"/>
                <a:ea typeface="Roboto Condensed" panose="02000000000000000000" pitchFamily="2" charset="0"/>
                <a:cs typeface="Segoe UI" panose="020B0502040204020203" pitchFamily="34" charset="0"/>
              </a:rPr>
              <a:pPr algn="ctr"/>
              <a:t>‹#›</a:t>
            </a:fld>
            <a:endParaRPr lang="id-ID" sz="2400" b="1" dirty="0">
              <a:solidFill>
                <a:schemeClr val="bg1"/>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15301590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Master_Content_04">
    <p:spTree>
      <p:nvGrpSpPr>
        <p:cNvPr id="1" name=""/>
        <p:cNvGrpSpPr/>
        <p:nvPr/>
      </p:nvGrpSpPr>
      <p:grpSpPr>
        <a:xfrm>
          <a:off x="0" y="0"/>
          <a:ext cx="0" cy="0"/>
          <a:chOff x="0" y="0"/>
          <a:chExt cx="0" cy="0"/>
        </a:xfrm>
      </p:grpSpPr>
      <p:sp>
        <p:nvSpPr>
          <p:cNvPr id="9" name="Picture Placeholder 14">
            <a:extLst>
              <a:ext uri="{FF2B5EF4-FFF2-40B4-BE49-F238E27FC236}">
                <a16:creationId xmlns:a16="http://schemas.microsoft.com/office/drawing/2014/main" id="{DE10333B-D8C6-9B85-BF2E-29D367514E19}"/>
              </a:ext>
            </a:extLst>
          </p:cNvPr>
          <p:cNvSpPr>
            <a:spLocks noGrp="1"/>
          </p:cNvSpPr>
          <p:nvPr>
            <p:ph type="pic" sz="quarter" idx="12"/>
          </p:nvPr>
        </p:nvSpPr>
        <p:spPr>
          <a:xfrm>
            <a:off x="6286500" y="0"/>
            <a:ext cx="5905500" cy="6858000"/>
          </a:xfrm>
          <a:prstGeom prst="rect">
            <a:avLst/>
          </a:prstGeom>
        </p:spPr>
        <p:txBody>
          <a:bodyPr/>
          <a:lstStyle>
            <a:lvl1pPr marL="0" indent="0">
              <a:buNone/>
              <a:defRPr/>
            </a:lvl1pPr>
          </a:lstStyle>
          <a:p>
            <a:endParaRPr lang="en-US" dirty="0"/>
          </a:p>
        </p:txBody>
      </p:sp>
      <p:pic>
        <p:nvPicPr>
          <p:cNvPr id="7" name="Picture 6">
            <a:extLst>
              <a:ext uri="{FF2B5EF4-FFF2-40B4-BE49-F238E27FC236}">
                <a16:creationId xmlns:a16="http://schemas.microsoft.com/office/drawing/2014/main" id="{E8ECD0E0-FD7D-D43C-8EB2-FD7AA73C104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4459" y="164290"/>
            <a:ext cx="290883" cy="396658"/>
          </a:xfrm>
          <a:prstGeom prst="rect">
            <a:avLst/>
          </a:prstGeom>
        </p:spPr>
      </p:pic>
      <p:sp>
        <p:nvSpPr>
          <p:cNvPr id="12" name="Text Placeholder 25">
            <a:extLst>
              <a:ext uri="{FF2B5EF4-FFF2-40B4-BE49-F238E27FC236}">
                <a16:creationId xmlns:a16="http://schemas.microsoft.com/office/drawing/2014/main" id="{85253CC4-DA52-80AE-7BBF-E30A36267885}"/>
              </a:ext>
            </a:extLst>
          </p:cNvPr>
          <p:cNvSpPr>
            <a:spLocks noGrp="1"/>
          </p:cNvSpPr>
          <p:nvPr>
            <p:ph type="body" sz="quarter" idx="10"/>
          </p:nvPr>
        </p:nvSpPr>
        <p:spPr>
          <a:xfrm>
            <a:off x="475342" y="1418042"/>
            <a:ext cx="4424381" cy="1444164"/>
          </a:xfrm>
          <a:prstGeom prst="rect">
            <a:avLst/>
          </a:prstGeom>
        </p:spPr>
        <p:txBody>
          <a:bodyPr lIns="45720"/>
          <a:lstStyle>
            <a:lvl1pPr marL="0" indent="0">
              <a:lnSpc>
                <a:spcPct val="100000"/>
              </a:lnSpc>
              <a:buNone/>
              <a:defRPr sz="3600" b="1" i="0">
                <a:solidFill>
                  <a:schemeClr val="accent1"/>
                </a:solidFill>
                <a:latin typeface="+mj-lt"/>
              </a:defRPr>
            </a:lvl1pPr>
          </a:lstStyle>
          <a:p>
            <a:r>
              <a:rPr lang="en-US" dirty="0"/>
              <a:t>Click to edit Master text styles</a:t>
            </a:r>
          </a:p>
        </p:txBody>
      </p:sp>
      <p:sp>
        <p:nvSpPr>
          <p:cNvPr id="13" name="Text Placeholder 25">
            <a:extLst>
              <a:ext uri="{FF2B5EF4-FFF2-40B4-BE49-F238E27FC236}">
                <a16:creationId xmlns:a16="http://schemas.microsoft.com/office/drawing/2014/main" id="{60FDFD23-2396-FE80-9BEF-0EB4643D6903}"/>
              </a:ext>
            </a:extLst>
          </p:cNvPr>
          <p:cNvSpPr>
            <a:spLocks noGrp="1"/>
          </p:cNvSpPr>
          <p:nvPr>
            <p:ph type="body" sz="quarter" idx="11" hasCustomPrompt="1"/>
          </p:nvPr>
        </p:nvSpPr>
        <p:spPr>
          <a:xfrm>
            <a:off x="475342" y="2951875"/>
            <a:ext cx="4424381" cy="1444164"/>
          </a:xfrm>
          <a:prstGeom prst="rect">
            <a:avLst/>
          </a:prstGeom>
        </p:spPr>
        <p:txBody>
          <a:bodyPr/>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2" name="Title 1">
            <a:extLst>
              <a:ext uri="{FF2B5EF4-FFF2-40B4-BE49-F238E27FC236}">
                <a16:creationId xmlns:a16="http://schemas.microsoft.com/office/drawing/2014/main" id="{D6A27E25-F9BD-BD1C-7D2F-EE055771EFF8}"/>
              </a:ext>
            </a:extLst>
          </p:cNvPr>
          <p:cNvSpPr txBox="1">
            <a:spLocks/>
          </p:cNvSpPr>
          <p:nvPr userDrawn="1"/>
        </p:nvSpPr>
        <p:spPr>
          <a:xfrm>
            <a:off x="680164" y="284562"/>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l"/>
            <a:r>
              <a:rPr lang="en-US" sz="1400" b="1" i="0" spc="0" dirty="0">
                <a:solidFill>
                  <a:schemeClr val="tx1"/>
                </a:solidFill>
                <a:latin typeface="Gelion Semi Bold" pitchFamily="2" charset="77"/>
                <a:ea typeface="Poppins"/>
                <a:cs typeface="Poppins"/>
                <a:sym typeface="Poppins"/>
              </a:rPr>
              <a:t>For People, By People</a:t>
            </a:r>
            <a:endParaRPr lang="en-US" sz="1400" b="1" i="0" spc="0" dirty="0">
              <a:solidFill>
                <a:schemeClr val="tx1"/>
              </a:solidFill>
              <a:latin typeface="Gelion Semi Bold" pitchFamily="2" charset="77"/>
            </a:endParaRPr>
          </a:p>
        </p:txBody>
      </p:sp>
      <p:sp>
        <p:nvSpPr>
          <p:cNvPr id="3" name="TextBox 2">
            <a:extLst>
              <a:ext uri="{FF2B5EF4-FFF2-40B4-BE49-F238E27FC236}">
                <a16:creationId xmlns:a16="http://schemas.microsoft.com/office/drawing/2014/main" id="{5A396BB2-A2B8-1F7F-9929-65671F4983BE}"/>
              </a:ext>
            </a:extLst>
          </p:cNvPr>
          <p:cNvSpPr txBox="1"/>
          <p:nvPr userDrawn="1"/>
        </p:nvSpPr>
        <p:spPr>
          <a:xfrm>
            <a:off x="475342" y="6481141"/>
            <a:ext cx="3590089" cy="320601"/>
          </a:xfrm>
          <a:prstGeom prst="rect">
            <a:avLst/>
          </a:prstGeom>
          <a:noFill/>
        </p:spPr>
        <p:txBody>
          <a:bodyPr wrap="square" lIns="0" rIns="0">
            <a:spAutoFit/>
          </a:bodyPr>
          <a:lstStyle/>
          <a:p>
            <a:pPr marL="3175" algn="l">
              <a:lnSpc>
                <a:spcPct val="100000"/>
              </a:lnSpc>
              <a:spcAft>
                <a:spcPts val="100"/>
              </a:spcAft>
            </a:pPr>
            <a:r>
              <a:rPr lang="en-US" sz="700" kern="100" dirty="0">
                <a:solidFill>
                  <a:schemeClr val="bg2">
                    <a:lumMod val="50000"/>
                  </a:schemeClr>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p>
          <a:p>
            <a:pPr marL="3175" algn="l">
              <a:lnSpc>
                <a:spcPct val="100000"/>
              </a:lnSpc>
              <a:spcAft>
                <a:spcPts val="100"/>
              </a:spcAft>
            </a:pPr>
            <a:r>
              <a:rPr lang="en-US"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endParaRPr>
          </a:p>
        </p:txBody>
      </p:sp>
      <p:sp>
        <p:nvSpPr>
          <p:cNvPr id="4" name="TextBox 3">
            <a:extLst>
              <a:ext uri="{FF2B5EF4-FFF2-40B4-BE49-F238E27FC236}">
                <a16:creationId xmlns:a16="http://schemas.microsoft.com/office/drawing/2014/main" id="{378941B0-FC16-0EEB-ED25-14FBF883E690}"/>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2">
                    <a:lumMod val="50000"/>
                  </a:schemeClr>
                </a:solidFill>
                <a:latin typeface="+mj-lt"/>
                <a:ea typeface="Roboto Condensed" panose="02000000000000000000" pitchFamily="2" charset="0"/>
                <a:cs typeface="Segoe UI" panose="020B0502040204020203" pitchFamily="34" charset="0"/>
              </a:rPr>
              <a:pPr algn="ctr"/>
              <a:t>‹#›</a:t>
            </a:fld>
            <a:endParaRPr lang="id-ID" sz="2400" b="1" dirty="0">
              <a:solidFill>
                <a:schemeClr val="bg2">
                  <a:lumMod val="50000"/>
                </a:schemeClr>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1603977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_Master_Content_0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2EE028D-1FBD-3289-1B89-DE466301972C}"/>
              </a:ext>
            </a:extLst>
          </p:cNvPr>
          <p:cNvSpPr/>
          <p:nvPr userDrawn="1"/>
        </p:nvSpPr>
        <p:spPr>
          <a:xfrm rot="5400000">
            <a:off x="4789697" y="-541255"/>
            <a:ext cx="2609557" cy="12188952"/>
          </a:xfrm>
          <a:prstGeom prst="rect">
            <a:avLst/>
          </a:prstGeom>
          <a:gradFill>
            <a:gsLst>
              <a:gs pos="0">
                <a:srgbClr val="5827E3"/>
              </a:gs>
              <a:gs pos="86000">
                <a:srgbClr val="2F40EF"/>
              </a:gs>
            </a:gsLst>
            <a:lin ang="2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E8ECD0E0-FD7D-D43C-8EB2-FD7AA73C104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4459" y="164290"/>
            <a:ext cx="290883" cy="396658"/>
          </a:xfrm>
          <a:prstGeom prst="rect">
            <a:avLst/>
          </a:prstGeom>
        </p:spPr>
      </p:pic>
      <p:sp>
        <p:nvSpPr>
          <p:cNvPr id="5" name="Rounded Rectangle 4">
            <a:extLst>
              <a:ext uri="{FF2B5EF4-FFF2-40B4-BE49-F238E27FC236}">
                <a16:creationId xmlns:a16="http://schemas.microsoft.com/office/drawing/2014/main" id="{E2080733-B201-9470-452F-8C87D46B11B3}"/>
              </a:ext>
            </a:extLst>
          </p:cNvPr>
          <p:cNvSpPr/>
          <p:nvPr userDrawn="1"/>
        </p:nvSpPr>
        <p:spPr>
          <a:xfrm>
            <a:off x="929284" y="1690787"/>
            <a:ext cx="3383280" cy="4498998"/>
          </a:xfrm>
          <a:prstGeom prst="roundRect">
            <a:avLst>
              <a:gd name="adj" fmla="val 6504"/>
            </a:avLst>
          </a:prstGeom>
          <a:solidFill>
            <a:schemeClr val="bg1"/>
          </a:solidFill>
          <a:ln>
            <a:noFill/>
          </a:ln>
          <a:effectLst>
            <a:outerShdw blurRad="50800" dist="50800" dir="5400000" algn="ctr" rotWithShape="0">
              <a:srgbClr val="000000">
                <a:alpha val="15155"/>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ound Same Side Corner Rectangle 5">
            <a:extLst>
              <a:ext uri="{FF2B5EF4-FFF2-40B4-BE49-F238E27FC236}">
                <a16:creationId xmlns:a16="http://schemas.microsoft.com/office/drawing/2014/main" id="{73D2F6DC-16C9-3845-A74D-EEA5A76664E3}"/>
              </a:ext>
            </a:extLst>
          </p:cNvPr>
          <p:cNvSpPr/>
          <p:nvPr userDrawn="1"/>
        </p:nvSpPr>
        <p:spPr>
          <a:xfrm>
            <a:off x="929284" y="1528138"/>
            <a:ext cx="3383280" cy="503810"/>
          </a:xfrm>
          <a:prstGeom prst="round2SameRect">
            <a:avLst>
              <a:gd name="adj1" fmla="val 28947"/>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8DE809FC-F438-686D-C843-554906178270}"/>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rgbClr val="160629"/>
                </a:solidFill>
                <a:latin typeface="Gelion Semi Bold" pitchFamily="2" charset="77"/>
                <a:ea typeface="Poppins"/>
                <a:cs typeface="Poppins"/>
                <a:sym typeface="Poppins"/>
              </a:rPr>
              <a:t>For People, By People</a:t>
            </a:r>
            <a:endParaRPr lang="en-US" sz="1400" b="1" i="0" spc="0" dirty="0">
              <a:latin typeface="Gelion Semi Bold" pitchFamily="2" charset="77"/>
            </a:endParaRPr>
          </a:p>
        </p:txBody>
      </p:sp>
      <p:sp>
        <p:nvSpPr>
          <p:cNvPr id="11" name="Text Placeholder 25">
            <a:extLst>
              <a:ext uri="{FF2B5EF4-FFF2-40B4-BE49-F238E27FC236}">
                <a16:creationId xmlns:a16="http://schemas.microsoft.com/office/drawing/2014/main" id="{7829EA63-677E-66C9-7700-7EE5A539CF5A}"/>
              </a:ext>
            </a:extLst>
          </p:cNvPr>
          <p:cNvSpPr>
            <a:spLocks noGrp="1"/>
          </p:cNvSpPr>
          <p:nvPr>
            <p:ph type="body" sz="quarter" idx="10"/>
          </p:nvPr>
        </p:nvSpPr>
        <p:spPr>
          <a:xfrm>
            <a:off x="929284" y="340391"/>
            <a:ext cx="8509684" cy="841295"/>
          </a:xfrm>
          <a:prstGeom prst="rect">
            <a:avLst/>
          </a:prstGeom>
        </p:spPr>
        <p:txBody>
          <a:bodyPr lIns="45720"/>
          <a:lstStyle>
            <a:lvl1pPr marL="0" indent="0">
              <a:lnSpc>
                <a:spcPct val="100000"/>
              </a:lnSpc>
              <a:buNone/>
              <a:defRPr sz="3600" b="1" i="0">
                <a:latin typeface="+mj-lt"/>
              </a:defRPr>
            </a:lvl1pPr>
          </a:lstStyle>
          <a:p>
            <a:r>
              <a:rPr lang="en-US" dirty="0"/>
              <a:t>Click to edit Master text styles</a:t>
            </a:r>
          </a:p>
        </p:txBody>
      </p:sp>
      <p:sp>
        <p:nvSpPr>
          <p:cNvPr id="25" name="Rounded Rectangle 24">
            <a:extLst>
              <a:ext uri="{FF2B5EF4-FFF2-40B4-BE49-F238E27FC236}">
                <a16:creationId xmlns:a16="http://schemas.microsoft.com/office/drawing/2014/main" id="{E37E1146-227D-AB5D-6CA6-D739A728DA51}"/>
              </a:ext>
            </a:extLst>
          </p:cNvPr>
          <p:cNvSpPr/>
          <p:nvPr userDrawn="1"/>
        </p:nvSpPr>
        <p:spPr>
          <a:xfrm>
            <a:off x="4629087" y="1690787"/>
            <a:ext cx="3383280" cy="4498998"/>
          </a:xfrm>
          <a:prstGeom prst="roundRect">
            <a:avLst>
              <a:gd name="adj" fmla="val 6504"/>
            </a:avLst>
          </a:prstGeom>
          <a:solidFill>
            <a:schemeClr val="bg1"/>
          </a:solidFill>
          <a:ln>
            <a:noFill/>
          </a:ln>
          <a:effectLst>
            <a:outerShdw blurRad="50800" dist="50800" dir="5400000" algn="ctr" rotWithShape="0">
              <a:srgbClr val="000000">
                <a:alpha val="15155"/>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ound Same Side Corner Rectangle 25">
            <a:extLst>
              <a:ext uri="{FF2B5EF4-FFF2-40B4-BE49-F238E27FC236}">
                <a16:creationId xmlns:a16="http://schemas.microsoft.com/office/drawing/2014/main" id="{5613B210-7CA9-6321-68F7-EDA09ADC2282}"/>
              </a:ext>
            </a:extLst>
          </p:cNvPr>
          <p:cNvSpPr/>
          <p:nvPr userDrawn="1"/>
        </p:nvSpPr>
        <p:spPr>
          <a:xfrm>
            <a:off x="4629087" y="1528138"/>
            <a:ext cx="3383280" cy="503810"/>
          </a:xfrm>
          <a:prstGeom prst="round2SameRect">
            <a:avLst>
              <a:gd name="adj1" fmla="val 28947"/>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a:extLst>
              <a:ext uri="{FF2B5EF4-FFF2-40B4-BE49-F238E27FC236}">
                <a16:creationId xmlns:a16="http://schemas.microsoft.com/office/drawing/2014/main" id="{524F00AC-B80B-64A4-DA14-69C09D21B245}"/>
              </a:ext>
            </a:extLst>
          </p:cNvPr>
          <p:cNvSpPr/>
          <p:nvPr userDrawn="1"/>
        </p:nvSpPr>
        <p:spPr>
          <a:xfrm>
            <a:off x="8328890" y="1690787"/>
            <a:ext cx="3383280" cy="4498998"/>
          </a:xfrm>
          <a:prstGeom prst="roundRect">
            <a:avLst>
              <a:gd name="adj" fmla="val 6504"/>
            </a:avLst>
          </a:prstGeom>
          <a:solidFill>
            <a:schemeClr val="bg1"/>
          </a:solidFill>
          <a:ln>
            <a:noFill/>
          </a:ln>
          <a:effectLst>
            <a:outerShdw blurRad="50800" dist="50800" dir="5400000" algn="ctr" rotWithShape="0">
              <a:srgbClr val="000000">
                <a:alpha val="15155"/>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ound Same Side Corner Rectangle 28">
            <a:extLst>
              <a:ext uri="{FF2B5EF4-FFF2-40B4-BE49-F238E27FC236}">
                <a16:creationId xmlns:a16="http://schemas.microsoft.com/office/drawing/2014/main" id="{1F86A539-37E8-ABF8-4E3D-43E3B75B3009}"/>
              </a:ext>
            </a:extLst>
          </p:cNvPr>
          <p:cNvSpPr/>
          <p:nvPr userDrawn="1"/>
        </p:nvSpPr>
        <p:spPr>
          <a:xfrm>
            <a:off x="8328890" y="1528138"/>
            <a:ext cx="3383280" cy="503810"/>
          </a:xfrm>
          <a:prstGeom prst="round2SameRect">
            <a:avLst>
              <a:gd name="adj1" fmla="val 28947"/>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5">
            <a:extLst>
              <a:ext uri="{FF2B5EF4-FFF2-40B4-BE49-F238E27FC236}">
                <a16:creationId xmlns:a16="http://schemas.microsoft.com/office/drawing/2014/main" id="{248903B0-5BDF-D60E-7558-D3A882B9A63A}"/>
              </a:ext>
            </a:extLst>
          </p:cNvPr>
          <p:cNvSpPr>
            <a:spLocks noGrp="1"/>
          </p:cNvSpPr>
          <p:nvPr>
            <p:ph type="body" sz="quarter" idx="11" hasCustomPrompt="1"/>
          </p:nvPr>
        </p:nvSpPr>
        <p:spPr>
          <a:xfrm>
            <a:off x="929284" y="2194596"/>
            <a:ext cx="3391807" cy="3826375"/>
          </a:xfrm>
          <a:prstGeom prst="rect">
            <a:avLst/>
          </a:prstGeom>
        </p:spPr>
        <p:txBody>
          <a:bodyPr lIns="182880" rIns="182880"/>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32" name="Text Placeholder 25">
            <a:extLst>
              <a:ext uri="{FF2B5EF4-FFF2-40B4-BE49-F238E27FC236}">
                <a16:creationId xmlns:a16="http://schemas.microsoft.com/office/drawing/2014/main" id="{7D1307F2-33C4-1DB6-02E4-912B96D51D24}"/>
              </a:ext>
            </a:extLst>
          </p:cNvPr>
          <p:cNvSpPr>
            <a:spLocks noGrp="1"/>
          </p:cNvSpPr>
          <p:nvPr>
            <p:ph type="body" sz="quarter" idx="12" hasCustomPrompt="1"/>
          </p:nvPr>
        </p:nvSpPr>
        <p:spPr>
          <a:xfrm>
            <a:off x="4629087" y="2194596"/>
            <a:ext cx="3391807" cy="3826375"/>
          </a:xfrm>
          <a:prstGeom prst="rect">
            <a:avLst/>
          </a:prstGeom>
        </p:spPr>
        <p:txBody>
          <a:bodyPr lIns="182880" rIns="182880"/>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33" name="Text Placeholder 25">
            <a:extLst>
              <a:ext uri="{FF2B5EF4-FFF2-40B4-BE49-F238E27FC236}">
                <a16:creationId xmlns:a16="http://schemas.microsoft.com/office/drawing/2014/main" id="{124F7F9F-D4CC-EF01-6595-01504C4C5A52}"/>
              </a:ext>
            </a:extLst>
          </p:cNvPr>
          <p:cNvSpPr>
            <a:spLocks noGrp="1"/>
          </p:cNvSpPr>
          <p:nvPr>
            <p:ph type="body" sz="quarter" idx="13" hasCustomPrompt="1"/>
          </p:nvPr>
        </p:nvSpPr>
        <p:spPr>
          <a:xfrm>
            <a:off x="8328890" y="2194596"/>
            <a:ext cx="3391807" cy="3826375"/>
          </a:xfrm>
          <a:prstGeom prst="rect">
            <a:avLst/>
          </a:prstGeom>
        </p:spPr>
        <p:txBody>
          <a:bodyPr lIns="182880" rIns="182880"/>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34" name="Text Placeholder 25">
            <a:extLst>
              <a:ext uri="{FF2B5EF4-FFF2-40B4-BE49-F238E27FC236}">
                <a16:creationId xmlns:a16="http://schemas.microsoft.com/office/drawing/2014/main" id="{D60C5E0E-386C-EC0A-69F2-4D3E2F16579C}"/>
              </a:ext>
            </a:extLst>
          </p:cNvPr>
          <p:cNvSpPr>
            <a:spLocks noGrp="1"/>
          </p:cNvSpPr>
          <p:nvPr>
            <p:ph type="body" sz="quarter" idx="14"/>
          </p:nvPr>
        </p:nvSpPr>
        <p:spPr>
          <a:xfrm>
            <a:off x="929283" y="1604084"/>
            <a:ext cx="3374753" cy="430606"/>
          </a:xfrm>
          <a:prstGeom prst="rect">
            <a:avLst/>
          </a:prstGeom>
        </p:spPr>
        <p:txBody>
          <a:bodyPr lIns="45720"/>
          <a:lstStyle>
            <a:lvl1pPr marL="0" indent="0" algn="ctr">
              <a:lnSpc>
                <a:spcPct val="100000"/>
              </a:lnSpc>
              <a:buNone/>
              <a:defRPr sz="1800" b="1" i="0">
                <a:solidFill>
                  <a:schemeClr val="bg1"/>
                </a:solidFill>
                <a:latin typeface="+mj-lt"/>
              </a:defRPr>
            </a:lvl1pPr>
          </a:lstStyle>
          <a:p>
            <a:r>
              <a:rPr lang="en-US" dirty="0"/>
              <a:t>Click to edit Master text</a:t>
            </a:r>
          </a:p>
        </p:txBody>
      </p:sp>
      <p:sp>
        <p:nvSpPr>
          <p:cNvPr id="35" name="Text Placeholder 25">
            <a:extLst>
              <a:ext uri="{FF2B5EF4-FFF2-40B4-BE49-F238E27FC236}">
                <a16:creationId xmlns:a16="http://schemas.microsoft.com/office/drawing/2014/main" id="{5FFB6B13-B25A-1479-8DBC-90499B1333C3}"/>
              </a:ext>
            </a:extLst>
          </p:cNvPr>
          <p:cNvSpPr>
            <a:spLocks noGrp="1"/>
          </p:cNvSpPr>
          <p:nvPr>
            <p:ph type="body" sz="quarter" idx="15"/>
          </p:nvPr>
        </p:nvSpPr>
        <p:spPr>
          <a:xfrm>
            <a:off x="4617880" y="1604084"/>
            <a:ext cx="3374753" cy="430606"/>
          </a:xfrm>
          <a:prstGeom prst="rect">
            <a:avLst/>
          </a:prstGeom>
        </p:spPr>
        <p:txBody>
          <a:bodyPr lIns="45720"/>
          <a:lstStyle>
            <a:lvl1pPr marL="0" indent="0" algn="ctr">
              <a:lnSpc>
                <a:spcPct val="100000"/>
              </a:lnSpc>
              <a:buNone/>
              <a:defRPr sz="1800" b="1" i="0">
                <a:solidFill>
                  <a:schemeClr val="bg1"/>
                </a:solidFill>
                <a:latin typeface="+mj-lt"/>
              </a:defRPr>
            </a:lvl1pPr>
          </a:lstStyle>
          <a:p>
            <a:r>
              <a:rPr lang="en-US" dirty="0"/>
              <a:t>Click to edit Master text</a:t>
            </a:r>
          </a:p>
        </p:txBody>
      </p:sp>
      <p:sp>
        <p:nvSpPr>
          <p:cNvPr id="36" name="Text Placeholder 25">
            <a:extLst>
              <a:ext uri="{FF2B5EF4-FFF2-40B4-BE49-F238E27FC236}">
                <a16:creationId xmlns:a16="http://schemas.microsoft.com/office/drawing/2014/main" id="{7BC916FD-6D6E-E25E-2BC7-4A6F6BC0D015}"/>
              </a:ext>
            </a:extLst>
          </p:cNvPr>
          <p:cNvSpPr>
            <a:spLocks noGrp="1"/>
          </p:cNvSpPr>
          <p:nvPr>
            <p:ph type="body" sz="quarter" idx="16"/>
          </p:nvPr>
        </p:nvSpPr>
        <p:spPr>
          <a:xfrm>
            <a:off x="8321975" y="1604084"/>
            <a:ext cx="3374753" cy="430606"/>
          </a:xfrm>
          <a:prstGeom prst="rect">
            <a:avLst/>
          </a:prstGeom>
        </p:spPr>
        <p:txBody>
          <a:bodyPr lIns="45720"/>
          <a:lstStyle>
            <a:lvl1pPr marL="0" indent="0" algn="ctr">
              <a:lnSpc>
                <a:spcPct val="100000"/>
              </a:lnSpc>
              <a:buNone/>
              <a:defRPr sz="1800" b="1" i="0">
                <a:solidFill>
                  <a:schemeClr val="bg1"/>
                </a:solidFill>
                <a:latin typeface="+mj-lt"/>
              </a:defRPr>
            </a:lvl1pPr>
          </a:lstStyle>
          <a:p>
            <a:r>
              <a:rPr lang="en-US" dirty="0"/>
              <a:t>Click to edit Master text</a:t>
            </a:r>
          </a:p>
        </p:txBody>
      </p:sp>
      <p:sp>
        <p:nvSpPr>
          <p:cNvPr id="2" name="TextBox 1">
            <a:extLst>
              <a:ext uri="{FF2B5EF4-FFF2-40B4-BE49-F238E27FC236}">
                <a16:creationId xmlns:a16="http://schemas.microsoft.com/office/drawing/2014/main" id="{239B49BD-5A19-712B-2316-159F10F8C9E4}"/>
              </a:ext>
            </a:extLst>
          </p:cNvPr>
          <p:cNvSpPr txBox="1"/>
          <p:nvPr userDrawn="1"/>
        </p:nvSpPr>
        <p:spPr>
          <a:xfrm>
            <a:off x="706173" y="6555659"/>
            <a:ext cx="8604015"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1"/>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1"/>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1"/>
              </a:solidFill>
              <a:effectLst/>
              <a:latin typeface="Gelion" pitchFamily="2" charset="77"/>
              <a:ea typeface="DengXian" panose="02010600030101010101" pitchFamily="2" charset="-122"/>
              <a:cs typeface="Arial" panose="020B0604020202020204" pitchFamily="34" charset="0"/>
            </a:endParaRPr>
          </a:p>
        </p:txBody>
      </p:sp>
      <p:sp>
        <p:nvSpPr>
          <p:cNvPr id="8" name="TextBox 7">
            <a:extLst>
              <a:ext uri="{FF2B5EF4-FFF2-40B4-BE49-F238E27FC236}">
                <a16:creationId xmlns:a16="http://schemas.microsoft.com/office/drawing/2014/main" id="{292179EB-1FD1-85D1-932D-5614F4F98A72}"/>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1"/>
                </a:solidFill>
                <a:latin typeface="+mj-lt"/>
                <a:ea typeface="Roboto Condensed" panose="02000000000000000000" pitchFamily="2" charset="0"/>
                <a:cs typeface="Segoe UI" panose="020B0502040204020203" pitchFamily="34" charset="0"/>
              </a:rPr>
              <a:pPr algn="ctr"/>
              <a:t>‹#›</a:t>
            </a:fld>
            <a:endParaRPr lang="id-ID" sz="2400" b="1" dirty="0">
              <a:solidFill>
                <a:schemeClr val="bg1"/>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27389069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2_Master_Content_04">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3603D06-94AE-C865-E0AD-268D38611910}"/>
              </a:ext>
            </a:extLst>
          </p:cNvPr>
          <p:cNvSpPr/>
          <p:nvPr userDrawn="1"/>
        </p:nvSpPr>
        <p:spPr>
          <a:xfrm>
            <a:off x="1" y="4248442"/>
            <a:ext cx="12191998" cy="2609558"/>
          </a:xfrm>
          <a:prstGeom prst="rect">
            <a:avLst/>
          </a:prstGeom>
          <a:gradFill>
            <a:gsLst>
              <a:gs pos="15000">
                <a:srgbClr val="BA33CA"/>
              </a:gs>
              <a:gs pos="92000">
                <a:srgbClr val="5827E3"/>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EC6561"/>
                </a:solidFill>
              </a:rPr>
              <a:t> </a:t>
            </a:r>
          </a:p>
        </p:txBody>
      </p:sp>
      <p:pic>
        <p:nvPicPr>
          <p:cNvPr id="7" name="Picture 6">
            <a:extLst>
              <a:ext uri="{FF2B5EF4-FFF2-40B4-BE49-F238E27FC236}">
                <a16:creationId xmlns:a16="http://schemas.microsoft.com/office/drawing/2014/main" id="{E8ECD0E0-FD7D-D43C-8EB2-FD7AA73C104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4459" y="164290"/>
            <a:ext cx="290883" cy="396658"/>
          </a:xfrm>
          <a:prstGeom prst="rect">
            <a:avLst/>
          </a:prstGeom>
        </p:spPr>
      </p:pic>
      <p:sp>
        <p:nvSpPr>
          <p:cNvPr id="5" name="Rounded Rectangle 4">
            <a:extLst>
              <a:ext uri="{FF2B5EF4-FFF2-40B4-BE49-F238E27FC236}">
                <a16:creationId xmlns:a16="http://schemas.microsoft.com/office/drawing/2014/main" id="{E2080733-B201-9470-452F-8C87D46B11B3}"/>
              </a:ext>
            </a:extLst>
          </p:cNvPr>
          <p:cNvSpPr/>
          <p:nvPr userDrawn="1"/>
        </p:nvSpPr>
        <p:spPr>
          <a:xfrm>
            <a:off x="929284" y="1690787"/>
            <a:ext cx="3383280" cy="4498998"/>
          </a:xfrm>
          <a:prstGeom prst="roundRect">
            <a:avLst>
              <a:gd name="adj" fmla="val 6504"/>
            </a:avLst>
          </a:prstGeom>
          <a:solidFill>
            <a:schemeClr val="bg1"/>
          </a:solidFill>
          <a:ln>
            <a:noFill/>
          </a:ln>
          <a:effectLst>
            <a:outerShdw blurRad="50800" dist="50800" dir="5400000" algn="ctr" rotWithShape="0">
              <a:srgbClr val="000000">
                <a:alpha val="15155"/>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ound Same Side Corner Rectangle 5">
            <a:extLst>
              <a:ext uri="{FF2B5EF4-FFF2-40B4-BE49-F238E27FC236}">
                <a16:creationId xmlns:a16="http://schemas.microsoft.com/office/drawing/2014/main" id="{73D2F6DC-16C9-3845-A74D-EEA5A76664E3}"/>
              </a:ext>
            </a:extLst>
          </p:cNvPr>
          <p:cNvSpPr/>
          <p:nvPr userDrawn="1"/>
        </p:nvSpPr>
        <p:spPr>
          <a:xfrm>
            <a:off x="929284" y="1528138"/>
            <a:ext cx="3383280" cy="503810"/>
          </a:xfrm>
          <a:prstGeom prst="round2SameRect">
            <a:avLst>
              <a:gd name="adj1" fmla="val 28947"/>
              <a:gd name="adj2"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8DE809FC-F438-686D-C843-554906178270}"/>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rgbClr val="160629"/>
                </a:solidFill>
                <a:latin typeface="Gelion Semi Bold" pitchFamily="2" charset="77"/>
                <a:ea typeface="Poppins"/>
                <a:cs typeface="Poppins"/>
                <a:sym typeface="Poppins"/>
              </a:rPr>
              <a:t>For People, By People</a:t>
            </a:r>
            <a:endParaRPr lang="en-US" sz="1400" b="1" i="0" spc="0" dirty="0">
              <a:latin typeface="Gelion Semi Bold" pitchFamily="2" charset="77"/>
            </a:endParaRPr>
          </a:p>
        </p:txBody>
      </p:sp>
      <p:sp>
        <p:nvSpPr>
          <p:cNvPr id="11" name="Text Placeholder 25">
            <a:extLst>
              <a:ext uri="{FF2B5EF4-FFF2-40B4-BE49-F238E27FC236}">
                <a16:creationId xmlns:a16="http://schemas.microsoft.com/office/drawing/2014/main" id="{7829EA63-677E-66C9-7700-7EE5A539CF5A}"/>
              </a:ext>
            </a:extLst>
          </p:cNvPr>
          <p:cNvSpPr>
            <a:spLocks noGrp="1"/>
          </p:cNvSpPr>
          <p:nvPr>
            <p:ph type="body" sz="quarter" idx="10"/>
          </p:nvPr>
        </p:nvSpPr>
        <p:spPr>
          <a:xfrm>
            <a:off x="929284" y="340391"/>
            <a:ext cx="8509684" cy="841295"/>
          </a:xfrm>
          <a:prstGeom prst="rect">
            <a:avLst/>
          </a:prstGeom>
        </p:spPr>
        <p:txBody>
          <a:bodyPr lIns="45720"/>
          <a:lstStyle>
            <a:lvl1pPr marL="0" indent="0">
              <a:lnSpc>
                <a:spcPct val="100000"/>
              </a:lnSpc>
              <a:buNone/>
              <a:defRPr sz="3600" b="1" i="0">
                <a:latin typeface="+mj-lt"/>
              </a:defRPr>
            </a:lvl1pPr>
          </a:lstStyle>
          <a:p>
            <a:r>
              <a:rPr lang="en-US" dirty="0"/>
              <a:t>Click to edit Master text styles</a:t>
            </a:r>
          </a:p>
        </p:txBody>
      </p:sp>
      <p:sp>
        <p:nvSpPr>
          <p:cNvPr id="25" name="Rounded Rectangle 24">
            <a:extLst>
              <a:ext uri="{FF2B5EF4-FFF2-40B4-BE49-F238E27FC236}">
                <a16:creationId xmlns:a16="http://schemas.microsoft.com/office/drawing/2014/main" id="{E37E1146-227D-AB5D-6CA6-D739A728DA51}"/>
              </a:ext>
            </a:extLst>
          </p:cNvPr>
          <p:cNvSpPr/>
          <p:nvPr userDrawn="1"/>
        </p:nvSpPr>
        <p:spPr>
          <a:xfrm>
            <a:off x="4629087" y="1690787"/>
            <a:ext cx="3383280" cy="4498998"/>
          </a:xfrm>
          <a:prstGeom prst="roundRect">
            <a:avLst>
              <a:gd name="adj" fmla="val 6504"/>
            </a:avLst>
          </a:prstGeom>
          <a:solidFill>
            <a:schemeClr val="bg1"/>
          </a:solidFill>
          <a:ln>
            <a:noFill/>
          </a:ln>
          <a:effectLst>
            <a:outerShdw blurRad="50800" dist="50800" dir="5400000" algn="ctr" rotWithShape="0">
              <a:srgbClr val="000000">
                <a:alpha val="15155"/>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ound Same Side Corner Rectangle 25">
            <a:extLst>
              <a:ext uri="{FF2B5EF4-FFF2-40B4-BE49-F238E27FC236}">
                <a16:creationId xmlns:a16="http://schemas.microsoft.com/office/drawing/2014/main" id="{5613B210-7CA9-6321-68F7-EDA09ADC2282}"/>
              </a:ext>
            </a:extLst>
          </p:cNvPr>
          <p:cNvSpPr/>
          <p:nvPr userDrawn="1"/>
        </p:nvSpPr>
        <p:spPr>
          <a:xfrm>
            <a:off x="4629087" y="1528138"/>
            <a:ext cx="3383280" cy="503810"/>
          </a:xfrm>
          <a:prstGeom prst="round2SameRect">
            <a:avLst>
              <a:gd name="adj1" fmla="val 28947"/>
              <a:gd name="adj2"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a:extLst>
              <a:ext uri="{FF2B5EF4-FFF2-40B4-BE49-F238E27FC236}">
                <a16:creationId xmlns:a16="http://schemas.microsoft.com/office/drawing/2014/main" id="{524F00AC-B80B-64A4-DA14-69C09D21B245}"/>
              </a:ext>
            </a:extLst>
          </p:cNvPr>
          <p:cNvSpPr/>
          <p:nvPr userDrawn="1"/>
        </p:nvSpPr>
        <p:spPr>
          <a:xfrm>
            <a:off x="8328890" y="1690787"/>
            <a:ext cx="3383280" cy="4498998"/>
          </a:xfrm>
          <a:prstGeom prst="roundRect">
            <a:avLst>
              <a:gd name="adj" fmla="val 6504"/>
            </a:avLst>
          </a:prstGeom>
          <a:solidFill>
            <a:schemeClr val="bg1"/>
          </a:solidFill>
          <a:ln>
            <a:noFill/>
          </a:ln>
          <a:effectLst>
            <a:outerShdw blurRad="50800" dist="50800" dir="5400000" algn="ctr" rotWithShape="0">
              <a:srgbClr val="000000">
                <a:alpha val="15155"/>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ound Same Side Corner Rectangle 28">
            <a:extLst>
              <a:ext uri="{FF2B5EF4-FFF2-40B4-BE49-F238E27FC236}">
                <a16:creationId xmlns:a16="http://schemas.microsoft.com/office/drawing/2014/main" id="{1F86A539-37E8-ABF8-4E3D-43E3B75B3009}"/>
              </a:ext>
            </a:extLst>
          </p:cNvPr>
          <p:cNvSpPr/>
          <p:nvPr userDrawn="1"/>
        </p:nvSpPr>
        <p:spPr>
          <a:xfrm>
            <a:off x="8328890" y="1528138"/>
            <a:ext cx="3383280" cy="503810"/>
          </a:xfrm>
          <a:prstGeom prst="round2SameRect">
            <a:avLst>
              <a:gd name="adj1" fmla="val 28947"/>
              <a:gd name="adj2"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5">
            <a:extLst>
              <a:ext uri="{FF2B5EF4-FFF2-40B4-BE49-F238E27FC236}">
                <a16:creationId xmlns:a16="http://schemas.microsoft.com/office/drawing/2014/main" id="{248903B0-5BDF-D60E-7558-D3A882B9A63A}"/>
              </a:ext>
            </a:extLst>
          </p:cNvPr>
          <p:cNvSpPr>
            <a:spLocks noGrp="1"/>
          </p:cNvSpPr>
          <p:nvPr>
            <p:ph type="body" sz="quarter" idx="11" hasCustomPrompt="1"/>
          </p:nvPr>
        </p:nvSpPr>
        <p:spPr>
          <a:xfrm>
            <a:off x="929284" y="2194596"/>
            <a:ext cx="3391807" cy="3826375"/>
          </a:xfrm>
          <a:prstGeom prst="rect">
            <a:avLst/>
          </a:prstGeom>
        </p:spPr>
        <p:txBody>
          <a:bodyPr lIns="182880" rIns="182880"/>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32" name="Text Placeholder 25">
            <a:extLst>
              <a:ext uri="{FF2B5EF4-FFF2-40B4-BE49-F238E27FC236}">
                <a16:creationId xmlns:a16="http://schemas.microsoft.com/office/drawing/2014/main" id="{7D1307F2-33C4-1DB6-02E4-912B96D51D24}"/>
              </a:ext>
            </a:extLst>
          </p:cNvPr>
          <p:cNvSpPr>
            <a:spLocks noGrp="1"/>
          </p:cNvSpPr>
          <p:nvPr>
            <p:ph type="body" sz="quarter" idx="12" hasCustomPrompt="1"/>
          </p:nvPr>
        </p:nvSpPr>
        <p:spPr>
          <a:xfrm>
            <a:off x="4629087" y="2194596"/>
            <a:ext cx="3391807" cy="3826375"/>
          </a:xfrm>
          <a:prstGeom prst="rect">
            <a:avLst/>
          </a:prstGeom>
        </p:spPr>
        <p:txBody>
          <a:bodyPr lIns="182880" rIns="182880"/>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33" name="Text Placeholder 25">
            <a:extLst>
              <a:ext uri="{FF2B5EF4-FFF2-40B4-BE49-F238E27FC236}">
                <a16:creationId xmlns:a16="http://schemas.microsoft.com/office/drawing/2014/main" id="{124F7F9F-D4CC-EF01-6595-01504C4C5A52}"/>
              </a:ext>
            </a:extLst>
          </p:cNvPr>
          <p:cNvSpPr>
            <a:spLocks noGrp="1"/>
          </p:cNvSpPr>
          <p:nvPr>
            <p:ph type="body" sz="quarter" idx="13" hasCustomPrompt="1"/>
          </p:nvPr>
        </p:nvSpPr>
        <p:spPr>
          <a:xfrm>
            <a:off x="8328890" y="2194596"/>
            <a:ext cx="3391807" cy="3826375"/>
          </a:xfrm>
          <a:prstGeom prst="rect">
            <a:avLst/>
          </a:prstGeom>
        </p:spPr>
        <p:txBody>
          <a:bodyPr lIns="182880" rIns="182880"/>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34" name="Text Placeholder 25">
            <a:extLst>
              <a:ext uri="{FF2B5EF4-FFF2-40B4-BE49-F238E27FC236}">
                <a16:creationId xmlns:a16="http://schemas.microsoft.com/office/drawing/2014/main" id="{D60C5E0E-386C-EC0A-69F2-4D3E2F16579C}"/>
              </a:ext>
            </a:extLst>
          </p:cNvPr>
          <p:cNvSpPr>
            <a:spLocks noGrp="1"/>
          </p:cNvSpPr>
          <p:nvPr>
            <p:ph type="body" sz="quarter" idx="14"/>
          </p:nvPr>
        </p:nvSpPr>
        <p:spPr>
          <a:xfrm>
            <a:off x="929283" y="1604084"/>
            <a:ext cx="3374753" cy="430606"/>
          </a:xfrm>
          <a:prstGeom prst="rect">
            <a:avLst/>
          </a:prstGeom>
        </p:spPr>
        <p:txBody>
          <a:bodyPr lIns="45720"/>
          <a:lstStyle>
            <a:lvl1pPr marL="0" indent="0" algn="ctr">
              <a:lnSpc>
                <a:spcPct val="100000"/>
              </a:lnSpc>
              <a:buNone/>
              <a:defRPr sz="1800" b="1" i="0">
                <a:solidFill>
                  <a:schemeClr val="bg1"/>
                </a:solidFill>
                <a:latin typeface="+mj-lt"/>
              </a:defRPr>
            </a:lvl1pPr>
          </a:lstStyle>
          <a:p>
            <a:r>
              <a:rPr lang="en-US" dirty="0"/>
              <a:t>Click to edit Master text</a:t>
            </a:r>
          </a:p>
        </p:txBody>
      </p:sp>
      <p:sp>
        <p:nvSpPr>
          <p:cNvPr id="35" name="Text Placeholder 25">
            <a:extLst>
              <a:ext uri="{FF2B5EF4-FFF2-40B4-BE49-F238E27FC236}">
                <a16:creationId xmlns:a16="http://schemas.microsoft.com/office/drawing/2014/main" id="{5FFB6B13-B25A-1479-8DBC-90499B1333C3}"/>
              </a:ext>
            </a:extLst>
          </p:cNvPr>
          <p:cNvSpPr>
            <a:spLocks noGrp="1"/>
          </p:cNvSpPr>
          <p:nvPr>
            <p:ph type="body" sz="quarter" idx="15"/>
          </p:nvPr>
        </p:nvSpPr>
        <p:spPr>
          <a:xfrm>
            <a:off x="4617880" y="1604084"/>
            <a:ext cx="3374753" cy="430606"/>
          </a:xfrm>
          <a:prstGeom prst="rect">
            <a:avLst/>
          </a:prstGeom>
        </p:spPr>
        <p:txBody>
          <a:bodyPr lIns="45720"/>
          <a:lstStyle>
            <a:lvl1pPr marL="0" indent="0" algn="ctr">
              <a:lnSpc>
                <a:spcPct val="100000"/>
              </a:lnSpc>
              <a:buNone/>
              <a:defRPr sz="1800" b="1" i="0">
                <a:solidFill>
                  <a:schemeClr val="bg1"/>
                </a:solidFill>
                <a:latin typeface="+mj-lt"/>
              </a:defRPr>
            </a:lvl1pPr>
          </a:lstStyle>
          <a:p>
            <a:r>
              <a:rPr lang="en-US" dirty="0"/>
              <a:t>Click to edit Master text</a:t>
            </a:r>
          </a:p>
        </p:txBody>
      </p:sp>
      <p:sp>
        <p:nvSpPr>
          <p:cNvPr id="36" name="Text Placeholder 25">
            <a:extLst>
              <a:ext uri="{FF2B5EF4-FFF2-40B4-BE49-F238E27FC236}">
                <a16:creationId xmlns:a16="http://schemas.microsoft.com/office/drawing/2014/main" id="{7BC916FD-6D6E-E25E-2BC7-4A6F6BC0D015}"/>
              </a:ext>
            </a:extLst>
          </p:cNvPr>
          <p:cNvSpPr>
            <a:spLocks noGrp="1"/>
          </p:cNvSpPr>
          <p:nvPr>
            <p:ph type="body" sz="quarter" idx="16"/>
          </p:nvPr>
        </p:nvSpPr>
        <p:spPr>
          <a:xfrm>
            <a:off x="8321975" y="1604084"/>
            <a:ext cx="3374753" cy="430606"/>
          </a:xfrm>
          <a:prstGeom prst="rect">
            <a:avLst/>
          </a:prstGeom>
        </p:spPr>
        <p:txBody>
          <a:bodyPr lIns="45720"/>
          <a:lstStyle>
            <a:lvl1pPr marL="0" indent="0" algn="ctr">
              <a:lnSpc>
                <a:spcPct val="100000"/>
              </a:lnSpc>
              <a:buNone/>
              <a:defRPr sz="1800" b="1" i="0">
                <a:solidFill>
                  <a:schemeClr val="bg1"/>
                </a:solidFill>
                <a:latin typeface="+mj-lt"/>
              </a:defRPr>
            </a:lvl1pPr>
          </a:lstStyle>
          <a:p>
            <a:r>
              <a:rPr lang="en-US" dirty="0"/>
              <a:t>Click to edit Master text</a:t>
            </a:r>
          </a:p>
        </p:txBody>
      </p:sp>
      <p:sp>
        <p:nvSpPr>
          <p:cNvPr id="3" name="TextBox 2">
            <a:extLst>
              <a:ext uri="{FF2B5EF4-FFF2-40B4-BE49-F238E27FC236}">
                <a16:creationId xmlns:a16="http://schemas.microsoft.com/office/drawing/2014/main" id="{A095BBF8-38CD-0013-AFD3-8C54650570E5}"/>
              </a:ext>
            </a:extLst>
          </p:cNvPr>
          <p:cNvSpPr txBox="1"/>
          <p:nvPr userDrawn="1"/>
        </p:nvSpPr>
        <p:spPr>
          <a:xfrm>
            <a:off x="706173" y="6555659"/>
            <a:ext cx="8604015"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1"/>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1"/>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1"/>
              </a:solidFill>
              <a:effectLst/>
              <a:latin typeface="Gelion" pitchFamily="2" charset="77"/>
              <a:ea typeface="DengXian" panose="02010600030101010101" pitchFamily="2" charset="-122"/>
              <a:cs typeface="Arial" panose="020B0604020202020204" pitchFamily="34" charset="0"/>
            </a:endParaRPr>
          </a:p>
        </p:txBody>
      </p:sp>
      <p:sp>
        <p:nvSpPr>
          <p:cNvPr id="8" name="TextBox 7">
            <a:extLst>
              <a:ext uri="{FF2B5EF4-FFF2-40B4-BE49-F238E27FC236}">
                <a16:creationId xmlns:a16="http://schemas.microsoft.com/office/drawing/2014/main" id="{F4936FB8-5529-A08C-5DF5-EF37333F6C28}"/>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1"/>
                </a:solidFill>
                <a:latin typeface="+mj-lt"/>
                <a:ea typeface="Roboto Condensed" panose="02000000000000000000" pitchFamily="2" charset="0"/>
                <a:cs typeface="Segoe UI" panose="020B0502040204020203" pitchFamily="34" charset="0"/>
              </a:rPr>
              <a:pPr algn="ctr"/>
              <a:t>‹#›</a:t>
            </a:fld>
            <a:endParaRPr lang="id-ID" sz="2400" b="1" dirty="0">
              <a:solidFill>
                <a:schemeClr val="bg1"/>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31796821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3_Master_Content_0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04DB084-B4BA-5A1B-6C5C-D843D92B184E}"/>
              </a:ext>
            </a:extLst>
          </p:cNvPr>
          <p:cNvSpPr/>
          <p:nvPr userDrawn="1"/>
        </p:nvSpPr>
        <p:spPr>
          <a:xfrm>
            <a:off x="1" y="4248442"/>
            <a:ext cx="12191998" cy="2609558"/>
          </a:xfrm>
          <a:prstGeom prst="rect">
            <a:avLst/>
          </a:prstGeom>
          <a:gradFill>
            <a:gsLst>
              <a:gs pos="0">
                <a:schemeClr val="accent4"/>
              </a:gs>
              <a:gs pos="7000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EC6561"/>
                </a:solidFill>
              </a:rPr>
              <a:t> </a:t>
            </a:r>
          </a:p>
        </p:txBody>
      </p:sp>
      <p:pic>
        <p:nvPicPr>
          <p:cNvPr id="7" name="Picture 6">
            <a:extLst>
              <a:ext uri="{FF2B5EF4-FFF2-40B4-BE49-F238E27FC236}">
                <a16:creationId xmlns:a16="http://schemas.microsoft.com/office/drawing/2014/main" id="{E8ECD0E0-FD7D-D43C-8EB2-FD7AA73C104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4459" y="164290"/>
            <a:ext cx="290883" cy="396658"/>
          </a:xfrm>
          <a:prstGeom prst="rect">
            <a:avLst/>
          </a:prstGeom>
        </p:spPr>
      </p:pic>
      <p:sp>
        <p:nvSpPr>
          <p:cNvPr id="5" name="Rounded Rectangle 4">
            <a:extLst>
              <a:ext uri="{FF2B5EF4-FFF2-40B4-BE49-F238E27FC236}">
                <a16:creationId xmlns:a16="http://schemas.microsoft.com/office/drawing/2014/main" id="{E2080733-B201-9470-452F-8C87D46B11B3}"/>
              </a:ext>
            </a:extLst>
          </p:cNvPr>
          <p:cNvSpPr/>
          <p:nvPr userDrawn="1"/>
        </p:nvSpPr>
        <p:spPr>
          <a:xfrm>
            <a:off x="929284" y="1690787"/>
            <a:ext cx="3383280" cy="4498998"/>
          </a:xfrm>
          <a:prstGeom prst="roundRect">
            <a:avLst>
              <a:gd name="adj" fmla="val 6504"/>
            </a:avLst>
          </a:prstGeom>
          <a:solidFill>
            <a:schemeClr val="bg1"/>
          </a:solidFill>
          <a:ln>
            <a:noFill/>
          </a:ln>
          <a:effectLst>
            <a:outerShdw blurRad="50800" dist="50800" dir="5400000" algn="ctr" rotWithShape="0">
              <a:srgbClr val="000000">
                <a:alpha val="15155"/>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ound Same Side Corner Rectangle 5">
            <a:extLst>
              <a:ext uri="{FF2B5EF4-FFF2-40B4-BE49-F238E27FC236}">
                <a16:creationId xmlns:a16="http://schemas.microsoft.com/office/drawing/2014/main" id="{73D2F6DC-16C9-3845-A74D-EEA5A76664E3}"/>
              </a:ext>
            </a:extLst>
          </p:cNvPr>
          <p:cNvSpPr/>
          <p:nvPr userDrawn="1"/>
        </p:nvSpPr>
        <p:spPr>
          <a:xfrm>
            <a:off x="929284" y="1528138"/>
            <a:ext cx="3383280" cy="503810"/>
          </a:xfrm>
          <a:prstGeom prst="round2SameRect">
            <a:avLst>
              <a:gd name="adj1" fmla="val 28947"/>
              <a:gd name="adj2"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8DE809FC-F438-686D-C843-554906178270}"/>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rgbClr val="160629"/>
                </a:solidFill>
                <a:latin typeface="Gelion Semi Bold" pitchFamily="2" charset="77"/>
                <a:ea typeface="Poppins"/>
                <a:cs typeface="Poppins"/>
                <a:sym typeface="Poppins"/>
              </a:rPr>
              <a:t>For People, By People</a:t>
            </a:r>
            <a:endParaRPr lang="en-US" sz="1400" b="1" i="0" spc="0" dirty="0">
              <a:latin typeface="Gelion Semi Bold" pitchFamily="2" charset="77"/>
            </a:endParaRPr>
          </a:p>
        </p:txBody>
      </p:sp>
      <p:sp>
        <p:nvSpPr>
          <p:cNvPr id="11" name="Text Placeholder 25">
            <a:extLst>
              <a:ext uri="{FF2B5EF4-FFF2-40B4-BE49-F238E27FC236}">
                <a16:creationId xmlns:a16="http://schemas.microsoft.com/office/drawing/2014/main" id="{7829EA63-677E-66C9-7700-7EE5A539CF5A}"/>
              </a:ext>
            </a:extLst>
          </p:cNvPr>
          <p:cNvSpPr>
            <a:spLocks noGrp="1"/>
          </p:cNvSpPr>
          <p:nvPr>
            <p:ph type="body" sz="quarter" idx="10"/>
          </p:nvPr>
        </p:nvSpPr>
        <p:spPr>
          <a:xfrm>
            <a:off x="929284" y="340391"/>
            <a:ext cx="8509684" cy="841295"/>
          </a:xfrm>
          <a:prstGeom prst="rect">
            <a:avLst/>
          </a:prstGeom>
        </p:spPr>
        <p:txBody>
          <a:bodyPr lIns="45720"/>
          <a:lstStyle>
            <a:lvl1pPr marL="0" indent="0">
              <a:lnSpc>
                <a:spcPct val="100000"/>
              </a:lnSpc>
              <a:buNone/>
              <a:defRPr sz="3600" b="1" i="0">
                <a:latin typeface="+mj-lt"/>
              </a:defRPr>
            </a:lvl1pPr>
          </a:lstStyle>
          <a:p>
            <a:r>
              <a:rPr lang="en-US" dirty="0"/>
              <a:t>Click to edit Master text styles</a:t>
            </a:r>
          </a:p>
        </p:txBody>
      </p:sp>
      <p:sp>
        <p:nvSpPr>
          <p:cNvPr id="25" name="Rounded Rectangle 24">
            <a:extLst>
              <a:ext uri="{FF2B5EF4-FFF2-40B4-BE49-F238E27FC236}">
                <a16:creationId xmlns:a16="http://schemas.microsoft.com/office/drawing/2014/main" id="{E37E1146-227D-AB5D-6CA6-D739A728DA51}"/>
              </a:ext>
            </a:extLst>
          </p:cNvPr>
          <p:cNvSpPr/>
          <p:nvPr userDrawn="1"/>
        </p:nvSpPr>
        <p:spPr>
          <a:xfrm>
            <a:off x="4629087" y="1690787"/>
            <a:ext cx="3383280" cy="4498998"/>
          </a:xfrm>
          <a:prstGeom prst="roundRect">
            <a:avLst>
              <a:gd name="adj" fmla="val 6504"/>
            </a:avLst>
          </a:prstGeom>
          <a:solidFill>
            <a:schemeClr val="bg1"/>
          </a:solidFill>
          <a:ln>
            <a:noFill/>
          </a:ln>
          <a:effectLst>
            <a:outerShdw blurRad="50800" dist="50800" dir="5400000" algn="ctr" rotWithShape="0">
              <a:srgbClr val="000000">
                <a:alpha val="15155"/>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ound Same Side Corner Rectangle 25">
            <a:extLst>
              <a:ext uri="{FF2B5EF4-FFF2-40B4-BE49-F238E27FC236}">
                <a16:creationId xmlns:a16="http://schemas.microsoft.com/office/drawing/2014/main" id="{5613B210-7CA9-6321-68F7-EDA09ADC2282}"/>
              </a:ext>
            </a:extLst>
          </p:cNvPr>
          <p:cNvSpPr/>
          <p:nvPr userDrawn="1"/>
        </p:nvSpPr>
        <p:spPr>
          <a:xfrm>
            <a:off x="4629087" y="1528138"/>
            <a:ext cx="3383280" cy="503810"/>
          </a:xfrm>
          <a:prstGeom prst="round2SameRect">
            <a:avLst>
              <a:gd name="adj1" fmla="val 28947"/>
              <a:gd name="adj2"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a:extLst>
              <a:ext uri="{FF2B5EF4-FFF2-40B4-BE49-F238E27FC236}">
                <a16:creationId xmlns:a16="http://schemas.microsoft.com/office/drawing/2014/main" id="{524F00AC-B80B-64A4-DA14-69C09D21B245}"/>
              </a:ext>
            </a:extLst>
          </p:cNvPr>
          <p:cNvSpPr/>
          <p:nvPr userDrawn="1"/>
        </p:nvSpPr>
        <p:spPr>
          <a:xfrm>
            <a:off x="8328890" y="1690787"/>
            <a:ext cx="3383280" cy="4498998"/>
          </a:xfrm>
          <a:prstGeom prst="roundRect">
            <a:avLst>
              <a:gd name="adj" fmla="val 6504"/>
            </a:avLst>
          </a:prstGeom>
          <a:solidFill>
            <a:schemeClr val="bg1"/>
          </a:solidFill>
          <a:ln>
            <a:noFill/>
          </a:ln>
          <a:effectLst>
            <a:outerShdw blurRad="50800" dist="50800" dir="5400000" algn="ctr" rotWithShape="0">
              <a:srgbClr val="000000">
                <a:alpha val="15155"/>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ound Same Side Corner Rectangle 28">
            <a:extLst>
              <a:ext uri="{FF2B5EF4-FFF2-40B4-BE49-F238E27FC236}">
                <a16:creationId xmlns:a16="http://schemas.microsoft.com/office/drawing/2014/main" id="{1F86A539-37E8-ABF8-4E3D-43E3B75B3009}"/>
              </a:ext>
            </a:extLst>
          </p:cNvPr>
          <p:cNvSpPr/>
          <p:nvPr userDrawn="1"/>
        </p:nvSpPr>
        <p:spPr>
          <a:xfrm>
            <a:off x="8328890" y="1528138"/>
            <a:ext cx="3383280" cy="503810"/>
          </a:xfrm>
          <a:prstGeom prst="round2SameRect">
            <a:avLst>
              <a:gd name="adj1" fmla="val 28947"/>
              <a:gd name="adj2"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5">
            <a:extLst>
              <a:ext uri="{FF2B5EF4-FFF2-40B4-BE49-F238E27FC236}">
                <a16:creationId xmlns:a16="http://schemas.microsoft.com/office/drawing/2014/main" id="{248903B0-5BDF-D60E-7558-D3A882B9A63A}"/>
              </a:ext>
            </a:extLst>
          </p:cNvPr>
          <p:cNvSpPr>
            <a:spLocks noGrp="1"/>
          </p:cNvSpPr>
          <p:nvPr>
            <p:ph type="body" sz="quarter" idx="11" hasCustomPrompt="1"/>
          </p:nvPr>
        </p:nvSpPr>
        <p:spPr>
          <a:xfrm>
            <a:off x="929284" y="2194596"/>
            <a:ext cx="3391807" cy="3826375"/>
          </a:xfrm>
          <a:prstGeom prst="rect">
            <a:avLst/>
          </a:prstGeom>
        </p:spPr>
        <p:txBody>
          <a:bodyPr lIns="182880" rIns="182880"/>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32" name="Text Placeholder 25">
            <a:extLst>
              <a:ext uri="{FF2B5EF4-FFF2-40B4-BE49-F238E27FC236}">
                <a16:creationId xmlns:a16="http://schemas.microsoft.com/office/drawing/2014/main" id="{7D1307F2-33C4-1DB6-02E4-912B96D51D24}"/>
              </a:ext>
            </a:extLst>
          </p:cNvPr>
          <p:cNvSpPr>
            <a:spLocks noGrp="1"/>
          </p:cNvSpPr>
          <p:nvPr>
            <p:ph type="body" sz="quarter" idx="12" hasCustomPrompt="1"/>
          </p:nvPr>
        </p:nvSpPr>
        <p:spPr>
          <a:xfrm>
            <a:off x="4629087" y="2194596"/>
            <a:ext cx="3391807" cy="3826375"/>
          </a:xfrm>
          <a:prstGeom prst="rect">
            <a:avLst/>
          </a:prstGeom>
        </p:spPr>
        <p:txBody>
          <a:bodyPr lIns="182880" rIns="182880"/>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33" name="Text Placeholder 25">
            <a:extLst>
              <a:ext uri="{FF2B5EF4-FFF2-40B4-BE49-F238E27FC236}">
                <a16:creationId xmlns:a16="http://schemas.microsoft.com/office/drawing/2014/main" id="{124F7F9F-D4CC-EF01-6595-01504C4C5A52}"/>
              </a:ext>
            </a:extLst>
          </p:cNvPr>
          <p:cNvSpPr>
            <a:spLocks noGrp="1"/>
          </p:cNvSpPr>
          <p:nvPr>
            <p:ph type="body" sz="quarter" idx="13" hasCustomPrompt="1"/>
          </p:nvPr>
        </p:nvSpPr>
        <p:spPr>
          <a:xfrm>
            <a:off x="8328890" y="2194596"/>
            <a:ext cx="3391807" cy="3826375"/>
          </a:xfrm>
          <a:prstGeom prst="rect">
            <a:avLst/>
          </a:prstGeom>
        </p:spPr>
        <p:txBody>
          <a:bodyPr lIns="182880" rIns="182880"/>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34" name="Text Placeholder 25">
            <a:extLst>
              <a:ext uri="{FF2B5EF4-FFF2-40B4-BE49-F238E27FC236}">
                <a16:creationId xmlns:a16="http://schemas.microsoft.com/office/drawing/2014/main" id="{D60C5E0E-386C-EC0A-69F2-4D3E2F16579C}"/>
              </a:ext>
            </a:extLst>
          </p:cNvPr>
          <p:cNvSpPr>
            <a:spLocks noGrp="1"/>
          </p:cNvSpPr>
          <p:nvPr>
            <p:ph type="body" sz="quarter" idx="14"/>
          </p:nvPr>
        </p:nvSpPr>
        <p:spPr>
          <a:xfrm>
            <a:off x="929283" y="1604084"/>
            <a:ext cx="3374753" cy="430606"/>
          </a:xfrm>
          <a:prstGeom prst="rect">
            <a:avLst/>
          </a:prstGeom>
        </p:spPr>
        <p:txBody>
          <a:bodyPr lIns="45720"/>
          <a:lstStyle>
            <a:lvl1pPr marL="0" indent="0" algn="ctr">
              <a:lnSpc>
                <a:spcPct val="100000"/>
              </a:lnSpc>
              <a:buNone/>
              <a:defRPr sz="1800" b="1" i="0">
                <a:solidFill>
                  <a:schemeClr val="bg1"/>
                </a:solidFill>
                <a:latin typeface="+mj-lt"/>
              </a:defRPr>
            </a:lvl1pPr>
          </a:lstStyle>
          <a:p>
            <a:r>
              <a:rPr lang="en-US" dirty="0"/>
              <a:t>Click to edit Master text</a:t>
            </a:r>
          </a:p>
        </p:txBody>
      </p:sp>
      <p:sp>
        <p:nvSpPr>
          <p:cNvPr id="35" name="Text Placeholder 25">
            <a:extLst>
              <a:ext uri="{FF2B5EF4-FFF2-40B4-BE49-F238E27FC236}">
                <a16:creationId xmlns:a16="http://schemas.microsoft.com/office/drawing/2014/main" id="{5FFB6B13-B25A-1479-8DBC-90499B1333C3}"/>
              </a:ext>
            </a:extLst>
          </p:cNvPr>
          <p:cNvSpPr>
            <a:spLocks noGrp="1"/>
          </p:cNvSpPr>
          <p:nvPr>
            <p:ph type="body" sz="quarter" idx="15"/>
          </p:nvPr>
        </p:nvSpPr>
        <p:spPr>
          <a:xfrm>
            <a:off x="4617880" y="1604084"/>
            <a:ext cx="3374753" cy="430606"/>
          </a:xfrm>
          <a:prstGeom prst="rect">
            <a:avLst/>
          </a:prstGeom>
        </p:spPr>
        <p:txBody>
          <a:bodyPr lIns="45720"/>
          <a:lstStyle>
            <a:lvl1pPr marL="0" indent="0" algn="ctr">
              <a:lnSpc>
                <a:spcPct val="100000"/>
              </a:lnSpc>
              <a:buNone/>
              <a:defRPr sz="1800" b="1" i="0">
                <a:solidFill>
                  <a:schemeClr val="bg1"/>
                </a:solidFill>
                <a:latin typeface="+mj-lt"/>
              </a:defRPr>
            </a:lvl1pPr>
          </a:lstStyle>
          <a:p>
            <a:r>
              <a:rPr lang="en-US" dirty="0"/>
              <a:t>Click to edit Master text</a:t>
            </a:r>
          </a:p>
        </p:txBody>
      </p:sp>
      <p:sp>
        <p:nvSpPr>
          <p:cNvPr id="36" name="Text Placeholder 25">
            <a:extLst>
              <a:ext uri="{FF2B5EF4-FFF2-40B4-BE49-F238E27FC236}">
                <a16:creationId xmlns:a16="http://schemas.microsoft.com/office/drawing/2014/main" id="{7BC916FD-6D6E-E25E-2BC7-4A6F6BC0D015}"/>
              </a:ext>
            </a:extLst>
          </p:cNvPr>
          <p:cNvSpPr>
            <a:spLocks noGrp="1"/>
          </p:cNvSpPr>
          <p:nvPr>
            <p:ph type="body" sz="quarter" idx="16"/>
          </p:nvPr>
        </p:nvSpPr>
        <p:spPr>
          <a:xfrm>
            <a:off x="8321975" y="1604084"/>
            <a:ext cx="3374753" cy="430606"/>
          </a:xfrm>
          <a:prstGeom prst="rect">
            <a:avLst/>
          </a:prstGeom>
        </p:spPr>
        <p:txBody>
          <a:bodyPr lIns="45720"/>
          <a:lstStyle>
            <a:lvl1pPr marL="0" indent="0" algn="ctr">
              <a:lnSpc>
                <a:spcPct val="100000"/>
              </a:lnSpc>
              <a:buNone/>
              <a:defRPr sz="1800" b="1" i="0">
                <a:solidFill>
                  <a:schemeClr val="bg1"/>
                </a:solidFill>
                <a:latin typeface="+mj-lt"/>
              </a:defRPr>
            </a:lvl1pPr>
          </a:lstStyle>
          <a:p>
            <a:r>
              <a:rPr lang="en-US" dirty="0"/>
              <a:t>Click to edit Master text</a:t>
            </a:r>
          </a:p>
        </p:txBody>
      </p:sp>
      <p:sp>
        <p:nvSpPr>
          <p:cNvPr id="2" name="TextBox 1">
            <a:extLst>
              <a:ext uri="{FF2B5EF4-FFF2-40B4-BE49-F238E27FC236}">
                <a16:creationId xmlns:a16="http://schemas.microsoft.com/office/drawing/2014/main" id="{91BFF0EA-96CC-69ED-13CD-694010260E31}"/>
              </a:ext>
            </a:extLst>
          </p:cNvPr>
          <p:cNvSpPr txBox="1"/>
          <p:nvPr userDrawn="1"/>
        </p:nvSpPr>
        <p:spPr>
          <a:xfrm>
            <a:off x="706173" y="6555659"/>
            <a:ext cx="8604015"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1"/>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1"/>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1"/>
              </a:solidFill>
              <a:effectLst/>
              <a:latin typeface="Gelion" pitchFamily="2" charset="77"/>
              <a:ea typeface="DengXian" panose="02010600030101010101" pitchFamily="2" charset="-122"/>
              <a:cs typeface="Arial" panose="020B0604020202020204" pitchFamily="34" charset="0"/>
            </a:endParaRPr>
          </a:p>
        </p:txBody>
      </p:sp>
      <p:sp>
        <p:nvSpPr>
          <p:cNvPr id="8" name="TextBox 7">
            <a:extLst>
              <a:ext uri="{FF2B5EF4-FFF2-40B4-BE49-F238E27FC236}">
                <a16:creationId xmlns:a16="http://schemas.microsoft.com/office/drawing/2014/main" id="{8A72D0C6-BAFA-D021-CCC4-88A4EFC26A8B}"/>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1"/>
                </a:solidFill>
                <a:latin typeface="+mj-lt"/>
                <a:ea typeface="Roboto Condensed" panose="02000000000000000000" pitchFamily="2" charset="0"/>
                <a:cs typeface="Segoe UI" panose="020B0502040204020203" pitchFamily="34" charset="0"/>
              </a:rPr>
              <a:pPr algn="ctr"/>
              <a:t>‹#›</a:t>
            </a:fld>
            <a:endParaRPr lang="id-ID" sz="2400" b="1" dirty="0">
              <a:solidFill>
                <a:schemeClr val="bg1"/>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23440163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4_Master_Content_0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04DB084-B4BA-5A1B-6C5C-D843D92B184E}"/>
              </a:ext>
            </a:extLst>
          </p:cNvPr>
          <p:cNvSpPr/>
          <p:nvPr userDrawn="1"/>
        </p:nvSpPr>
        <p:spPr>
          <a:xfrm>
            <a:off x="1" y="4248442"/>
            <a:ext cx="12191998" cy="2609558"/>
          </a:xfrm>
          <a:prstGeom prst="rect">
            <a:avLst/>
          </a:prstGeom>
          <a:gradFill>
            <a:gsLst>
              <a:gs pos="0">
                <a:schemeClr val="tx2"/>
              </a:gs>
              <a:gs pos="7000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EC6561"/>
                </a:solidFill>
              </a:rPr>
              <a:t> </a:t>
            </a:r>
          </a:p>
        </p:txBody>
      </p:sp>
      <p:pic>
        <p:nvPicPr>
          <p:cNvPr id="7" name="Picture 6">
            <a:extLst>
              <a:ext uri="{FF2B5EF4-FFF2-40B4-BE49-F238E27FC236}">
                <a16:creationId xmlns:a16="http://schemas.microsoft.com/office/drawing/2014/main" id="{E8ECD0E0-FD7D-D43C-8EB2-FD7AA73C104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4459" y="164290"/>
            <a:ext cx="290883" cy="396658"/>
          </a:xfrm>
          <a:prstGeom prst="rect">
            <a:avLst/>
          </a:prstGeom>
        </p:spPr>
      </p:pic>
      <p:sp>
        <p:nvSpPr>
          <p:cNvPr id="5" name="Rounded Rectangle 4">
            <a:extLst>
              <a:ext uri="{FF2B5EF4-FFF2-40B4-BE49-F238E27FC236}">
                <a16:creationId xmlns:a16="http://schemas.microsoft.com/office/drawing/2014/main" id="{E2080733-B201-9470-452F-8C87D46B11B3}"/>
              </a:ext>
            </a:extLst>
          </p:cNvPr>
          <p:cNvSpPr/>
          <p:nvPr userDrawn="1"/>
        </p:nvSpPr>
        <p:spPr>
          <a:xfrm>
            <a:off x="929284" y="1690787"/>
            <a:ext cx="3383280" cy="4498998"/>
          </a:xfrm>
          <a:prstGeom prst="roundRect">
            <a:avLst>
              <a:gd name="adj" fmla="val 6504"/>
            </a:avLst>
          </a:prstGeom>
          <a:solidFill>
            <a:schemeClr val="bg1"/>
          </a:solidFill>
          <a:ln>
            <a:noFill/>
          </a:ln>
          <a:effectLst>
            <a:outerShdw blurRad="50800" dist="50800" dir="5400000" algn="ctr" rotWithShape="0">
              <a:srgbClr val="000000">
                <a:alpha val="15155"/>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ound Same Side Corner Rectangle 5">
            <a:extLst>
              <a:ext uri="{FF2B5EF4-FFF2-40B4-BE49-F238E27FC236}">
                <a16:creationId xmlns:a16="http://schemas.microsoft.com/office/drawing/2014/main" id="{73D2F6DC-16C9-3845-A74D-EEA5A76664E3}"/>
              </a:ext>
            </a:extLst>
          </p:cNvPr>
          <p:cNvSpPr/>
          <p:nvPr userDrawn="1"/>
        </p:nvSpPr>
        <p:spPr>
          <a:xfrm>
            <a:off x="929284" y="1528138"/>
            <a:ext cx="3383280" cy="503810"/>
          </a:xfrm>
          <a:prstGeom prst="round2SameRect">
            <a:avLst>
              <a:gd name="adj1" fmla="val 28947"/>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8DE809FC-F438-686D-C843-554906178270}"/>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rgbClr val="160629"/>
                </a:solidFill>
                <a:latin typeface="Gelion Semi Bold" pitchFamily="2" charset="77"/>
                <a:ea typeface="Poppins"/>
                <a:cs typeface="Poppins"/>
                <a:sym typeface="Poppins"/>
              </a:rPr>
              <a:t>For People, By People</a:t>
            </a:r>
            <a:endParaRPr lang="en-US" sz="1400" b="1" i="0" spc="0" dirty="0">
              <a:latin typeface="Gelion Semi Bold" pitchFamily="2" charset="77"/>
            </a:endParaRPr>
          </a:p>
        </p:txBody>
      </p:sp>
      <p:sp>
        <p:nvSpPr>
          <p:cNvPr id="11" name="Text Placeholder 25">
            <a:extLst>
              <a:ext uri="{FF2B5EF4-FFF2-40B4-BE49-F238E27FC236}">
                <a16:creationId xmlns:a16="http://schemas.microsoft.com/office/drawing/2014/main" id="{7829EA63-677E-66C9-7700-7EE5A539CF5A}"/>
              </a:ext>
            </a:extLst>
          </p:cNvPr>
          <p:cNvSpPr>
            <a:spLocks noGrp="1"/>
          </p:cNvSpPr>
          <p:nvPr>
            <p:ph type="body" sz="quarter" idx="10"/>
          </p:nvPr>
        </p:nvSpPr>
        <p:spPr>
          <a:xfrm>
            <a:off x="929284" y="340391"/>
            <a:ext cx="8509684" cy="841295"/>
          </a:xfrm>
          <a:prstGeom prst="rect">
            <a:avLst/>
          </a:prstGeom>
        </p:spPr>
        <p:txBody>
          <a:bodyPr lIns="45720"/>
          <a:lstStyle>
            <a:lvl1pPr marL="0" indent="0">
              <a:lnSpc>
                <a:spcPct val="100000"/>
              </a:lnSpc>
              <a:buNone/>
              <a:defRPr sz="3600" b="1" i="0">
                <a:latin typeface="+mj-lt"/>
              </a:defRPr>
            </a:lvl1pPr>
          </a:lstStyle>
          <a:p>
            <a:r>
              <a:rPr lang="en-US" dirty="0"/>
              <a:t>Click to edit Master text styles</a:t>
            </a:r>
          </a:p>
        </p:txBody>
      </p:sp>
      <p:sp>
        <p:nvSpPr>
          <p:cNvPr id="25" name="Rounded Rectangle 24">
            <a:extLst>
              <a:ext uri="{FF2B5EF4-FFF2-40B4-BE49-F238E27FC236}">
                <a16:creationId xmlns:a16="http://schemas.microsoft.com/office/drawing/2014/main" id="{E37E1146-227D-AB5D-6CA6-D739A728DA51}"/>
              </a:ext>
            </a:extLst>
          </p:cNvPr>
          <p:cNvSpPr/>
          <p:nvPr userDrawn="1"/>
        </p:nvSpPr>
        <p:spPr>
          <a:xfrm>
            <a:off x="4629087" y="1690787"/>
            <a:ext cx="3383280" cy="4498998"/>
          </a:xfrm>
          <a:prstGeom prst="roundRect">
            <a:avLst>
              <a:gd name="adj" fmla="val 6504"/>
            </a:avLst>
          </a:prstGeom>
          <a:solidFill>
            <a:schemeClr val="bg1"/>
          </a:solidFill>
          <a:ln>
            <a:noFill/>
          </a:ln>
          <a:effectLst>
            <a:outerShdw blurRad="50800" dist="50800" dir="5400000" algn="ctr" rotWithShape="0">
              <a:srgbClr val="000000">
                <a:alpha val="15155"/>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ound Same Side Corner Rectangle 25">
            <a:extLst>
              <a:ext uri="{FF2B5EF4-FFF2-40B4-BE49-F238E27FC236}">
                <a16:creationId xmlns:a16="http://schemas.microsoft.com/office/drawing/2014/main" id="{5613B210-7CA9-6321-68F7-EDA09ADC2282}"/>
              </a:ext>
            </a:extLst>
          </p:cNvPr>
          <p:cNvSpPr/>
          <p:nvPr userDrawn="1"/>
        </p:nvSpPr>
        <p:spPr>
          <a:xfrm>
            <a:off x="4629087" y="1528138"/>
            <a:ext cx="3383280" cy="503810"/>
          </a:xfrm>
          <a:prstGeom prst="round2SameRect">
            <a:avLst>
              <a:gd name="adj1" fmla="val 28947"/>
              <a:gd name="adj2"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a:extLst>
              <a:ext uri="{FF2B5EF4-FFF2-40B4-BE49-F238E27FC236}">
                <a16:creationId xmlns:a16="http://schemas.microsoft.com/office/drawing/2014/main" id="{524F00AC-B80B-64A4-DA14-69C09D21B245}"/>
              </a:ext>
            </a:extLst>
          </p:cNvPr>
          <p:cNvSpPr/>
          <p:nvPr userDrawn="1"/>
        </p:nvSpPr>
        <p:spPr>
          <a:xfrm>
            <a:off x="8328890" y="1690787"/>
            <a:ext cx="3383280" cy="4498998"/>
          </a:xfrm>
          <a:prstGeom prst="roundRect">
            <a:avLst>
              <a:gd name="adj" fmla="val 6504"/>
            </a:avLst>
          </a:prstGeom>
          <a:solidFill>
            <a:schemeClr val="bg1"/>
          </a:solidFill>
          <a:ln>
            <a:noFill/>
          </a:ln>
          <a:effectLst>
            <a:outerShdw blurRad="50800" dist="50800" dir="5400000" algn="ctr" rotWithShape="0">
              <a:srgbClr val="000000">
                <a:alpha val="15155"/>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ound Same Side Corner Rectangle 28">
            <a:extLst>
              <a:ext uri="{FF2B5EF4-FFF2-40B4-BE49-F238E27FC236}">
                <a16:creationId xmlns:a16="http://schemas.microsoft.com/office/drawing/2014/main" id="{1F86A539-37E8-ABF8-4E3D-43E3B75B3009}"/>
              </a:ext>
            </a:extLst>
          </p:cNvPr>
          <p:cNvSpPr/>
          <p:nvPr userDrawn="1"/>
        </p:nvSpPr>
        <p:spPr>
          <a:xfrm>
            <a:off x="8328890" y="1528138"/>
            <a:ext cx="3383280" cy="503810"/>
          </a:xfrm>
          <a:prstGeom prst="round2SameRect">
            <a:avLst>
              <a:gd name="adj1" fmla="val 28947"/>
              <a:gd name="adj2"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5">
            <a:extLst>
              <a:ext uri="{FF2B5EF4-FFF2-40B4-BE49-F238E27FC236}">
                <a16:creationId xmlns:a16="http://schemas.microsoft.com/office/drawing/2014/main" id="{248903B0-5BDF-D60E-7558-D3A882B9A63A}"/>
              </a:ext>
            </a:extLst>
          </p:cNvPr>
          <p:cNvSpPr>
            <a:spLocks noGrp="1"/>
          </p:cNvSpPr>
          <p:nvPr>
            <p:ph type="body" sz="quarter" idx="11" hasCustomPrompt="1"/>
          </p:nvPr>
        </p:nvSpPr>
        <p:spPr>
          <a:xfrm>
            <a:off x="929284" y="2194596"/>
            <a:ext cx="3391807" cy="3826375"/>
          </a:xfrm>
          <a:prstGeom prst="rect">
            <a:avLst/>
          </a:prstGeom>
        </p:spPr>
        <p:txBody>
          <a:bodyPr lIns="182880" rIns="182880"/>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32" name="Text Placeholder 25">
            <a:extLst>
              <a:ext uri="{FF2B5EF4-FFF2-40B4-BE49-F238E27FC236}">
                <a16:creationId xmlns:a16="http://schemas.microsoft.com/office/drawing/2014/main" id="{7D1307F2-33C4-1DB6-02E4-912B96D51D24}"/>
              </a:ext>
            </a:extLst>
          </p:cNvPr>
          <p:cNvSpPr>
            <a:spLocks noGrp="1"/>
          </p:cNvSpPr>
          <p:nvPr>
            <p:ph type="body" sz="quarter" idx="12" hasCustomPrompt="1"/>
          </p:nvPr>
        </p:nvSpPr>
        <p:spPr>
          <a:xfrm>
            <a:off x="4629087" y="2194596"/>
            <a:ext cx="3391807" cy="3826375"/>
          </a:xfrm>
          <a:prstGeom prst="rect">
            <a:avLst/>
          </a:prstGeom>
        </p:spPr>
        <p:txBody>
          <a:bodyPr lIns="182880" rIns="182880"/>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33" name="Text Placeholder 25">
            <a:extLst>
              <a:ext uri="{FF2B5EF4-FFF2-40B4-BE49-F238E27FC236}">
                <a16:creationId xmlns:a16="http://schemas.microsoft.com/office/drawing/2014/main" id="{124F7F9F-D4CC-EF01-6595-01504C4C5A52}"/>
              </a:ext>
            </a:extLst>
          </p:cNvPr>
          <p:cNvSpPr>
            <a:spLocks noGrp="1"/>
          </p:cNvSpPr>
          <p:nvPr>
            <p:ph type="body" sz="quarter" idx="13" hasCustomPrompt="1"/>
          </p:nvPr>
        </p:nvSpPr>
        <p:spPr>
          <a:xfrm>
            <a:off x="8328890" y="2194596"/>
            <a:ext cx="3391807" cy="3826375"/>
          </a:xfrm>
          <a:prstGeom prst="rect">
            <a:avLst/>
          </a:prstGeom>
        </p:spPr>
        <p:txBody>
          <a:bodyPr lIns="182880" rIns="182880"/>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34" name="Text Placeholder 25">
            <a:extLst>
              <a:ext uri="{FF2B5EF4-FFF2-40B4-BE49-F238E27FC236}">
                <a16:creationId xmlns:a16="http://schemas.microsoft.com/office/drawing/2014/main" id="{D60C5E0E-386C-EC0A-69F2-4D3E2F16579C}"/>
              </a:ext>
            </a:extLst>
          </p:cNvPr>
          <p:cNvSpPr>
            <a:spLocks noGrp="1"/>
          </p:cNvSpPr>
          <p:nvPr>
            <p:ph type="body" sz="quarter" idx="14"/>
          </p:nvPr>
        </p:nvSpPr>
        <p:spPr>
          <a:xfrm>
            <a:off x="929283" y="1604084"/>
            <a:ext cx="3374753" cy="430606"/>
          </a:xfrm>
          <a:prstGeom prst="rect">
            <a:avLst/>
          </a:prstGeom>
        </p:spPr>
        <p:txBody>
          <a:bodyPr lIns="45720"/>
          <a:lstStyle>
            <a:lvl1pPr marL="0" indent="0" algn="ctr">
              <a:lnSpc>
                <a:spcPct val="100000"/>
              </a:lnSpc>
              <a:buNone/>
              <a:defRPr sz="1800" b="1" i="0">
                <a:solidFill>
                  <a:schemeClr val="bg1"/>
                </a:solidFill>
                <a:latin typeface="+mj-lt"/>
              </a:defRPr>
            </a:lvl1pPr>
          </a:lstStyle>
          <a:p>
            <a:r>
              <a:rPr lang="en-US" dirty="0"/>
              <a:t>Click to edit Master text</a:t>
            </a:r>
          </a:p>
        </p:txBody>
      </p:sp>
      <p:sp>
        <p:nvSpPr>
          <p:cNvPr id="35" name="Text Placeholder 25">
            <a:extLst>
              <a:ext uri="{FF2B5EF4-FFF2-40B4-BE49-F238E27FC236}">
                <a16:creationId xmlns:a16="http://schemas.microsoft.com/office/drawing/2014/main" id="{5FFB6B13-B25A-1479-8DBC-90499B1333C3}"/>
              </a:ext>
            </a:extLst>
          </p:cNvPr>
          <p:cNvSpPr>
            <a:spLocks noGrp="1"/>
          </p:cNvSpPr>
          <p:nvPr>
            <p:ph type="body" sz="quarter" idx="15"/>
          </p:nvPr>
        </p:nvSpPr>
        <p:spPr>
          <a:xfrm>
            <a:off x="4617880" y="1604084"/>
            <a:ext cx="3374753" cy="430606"/>
          </a:xfrm>
          <a:prstGeom prst="rect">
            <a:avLst/>
          </a:prstGeom>
        </p:spPr>
        <p:txBody>
          <a:bodyPr lIns="45720"/>
          <a:lstStyle>
            <a:lvl1pPr marL="0" indent="0" algn="ctr">
              <a:lnSpc>
                <a:spcPct val="100000"/>
              </a:lnSpc>
              <a:buNone/>
              <a:defRPr sz="1800" b="1" i="0">
                <a:solidFill>
                  <a:schemeClr val="bg1"/>
                </a:solidFill>
                <a:latin typeface="+mj-lt"/>
              </a:defRPr>
            </a:lvl1pPr>
          </a:lstStyle>
          <a:p>
            <a:r>
              <a:rPr lang="en-US" dirty="0"/>
              <a:t>Click to edit Master text</a:t>
            </a:r>
          </a:p>
        </p:txBody>
      </p:sp>
      <p:sp>
        <p:nvSpPr>
          <p:cNvPr id="36" name="Text Placeholder 25">
            <a:extLst>
              <a:ext uri="{FF2B5EF4-FFF2-40B4-BE49-F238E27FC236}">
                <a16:creationId xmlns:a16="http://schemas.microsoft.com/office/drawing/2014/main" id="{7BC916FD-6D6E-E25E-2BC7-4A6F6BC0D015}"/>
              </a:ext>
            </a:extLst>
          </p:cNvPr>
          <p:cNvSpPr>
            <a:spLocks noGrp="1"/>
          </p:cNvSpPr>
          <p:nvPr>
            <p:ph type="body" sz="quarter" idx="16"/>
          </p:nvPr>
        </p:nvSpPr>
        <p:spPr>
          <a:xfrm>
            <a:off x="8321975" y="1604084"/>
            <a:ext cx="3374753" cy="430606"/>
          </a:xfrm>
          <a:prstGeom prst="rect">
            <a:avLst/>
          </a:prstGeom>
        </p:spPr>
        <p:txBody>
          <a:bodyPr lIns="45720"/>
          <a:lstStyle>
            <a:lvl1pPr marL="0" indent="0" algn="ctr">
              <a:lnSpc>
                <a:spcPct val="100000"/>
              </a:lnSpc>
              <a:buNone/>
              <a:defRPr sz="1800" b="1" i="0">
                <a:solidFill>
                  <a:schemeClr val="bg1"/>
                </a:solidFill>
                <a:latin typeface="+mj-lt"/>
              </a:defRPr>
            </a:lvl1pPr>
          </a:lstStyle>
          <a:p>
            <a:r>
              <a:rPr lang="en-US" dirty="0"/>
              <a:t>Click to edit Master text</a:t>
            </a:r>
          </a:p>
        </p:txBody>
      </p:sp>
      <p:sp>
        <p:nvSpPr>
          <p:cNvPr id="2" name="TextBox 1">
            <a:extLst>
              <a:ext uri="{FF2B5EF4-FFF2-40B4-BE49-F238E27FC236}">
                <a16:creationId xmlns:a16="http://schemas.microsoft.com/office/drawing/2014/main" id="{65EB3008-A69E-9147-8930-8062F5EDD0A5}"/>
              </a:ext>
            </a:extLst>
          </p:cNvPr>
          <p:cNvSpPr txBox="1"/>
          <p:nvPr userDrawn="1"/>
        </p:nvSpPr>
        <p:spPr>
          <a:xfrm>
            <a:off x="706173" y="6555659"/>
            <a:ext cx="8604015"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1"/>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1"/>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1"/>
              </a:solidFill>
              <a:effectLst/>
              <a:latin typeface="Gelion" pitchFamily="2" charset="77"/>
              <a:ea typeface="DengXian" panose="02010600030101010101" pitchFamily="2" charset="-122"/>
              <a:cs typeface="Arial" panose="020B0604020202020204" pitchFamily="34" charset="0"/>
            </a:endParaRPr>
          </a:p>
        </p:txBody>
      </p:sp>
      <p:sp>
        <p:nvSpPr>
          <p:cNvPr id="8" name="TextBox 7">
            <a:extLst>
              <a:ext uri="{FF2B5EF4-FFF2-40B4-BE49-F238E27FC236}">
                <a16:creationId xmlns:a16="http://schemas.microsoft.com/office/drawing/2014/main" id="{56B4DC4F-F9C2-8929-9200-41936B5D17AC}"/>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1"/>
                </a:solidFill>
                <a:latin typeface="+mj-lt"/>
                <a:ea typeface="Roboto Condensed" panose="02000000000000000000" pitchFamily="2" charset="0"/>
                <a:cs typeface="Segoe UI" panose="020B0502040204020203" pitchFamily="34" charset="0"/>
              </a:rPr>
              <a:pPr algn="ctr"/>
              <a:t>‹#›</a:t>
            </a:fld>
            <a:endParaRPr lang="id-ID" sz="2400" b="1" dirty="0">
              <a:solidFill>
                <a:schemeClr val="bg1"/>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121759426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Master_Content_05">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8ECD0E0-FD7D-D43C-8EB2-FD7AA73C104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4459" y="164290"/>
            <a:ext cx="290883" cy="396658"/>
          </a:xfrm>
          <a:prstGeom prst="rect">
            <a:avLst/>
          </a:prstGeom>
        </p:spPr>
      </p:pic>
      <p:sp>
        <p:nvSpPr>
          <p:cNvPr id="12" name="Text Placeholder 25">
            <a:extLst>
              <a:ext uri="{FF2B5EF4-FFF2-40B4-BE49-F238E27FC236}">
                <a16:creationId xmlns:a16="http://schemas.microsoft.com/office/drawing/2014/main" id="{85253CC4-DA52-80AE-7BBF-E30A36267885}"/>
              </a:ext>
            </a:extLst>
          </p:cNvPr>
          <p:cNvSpPr>
            <a:spLocks noGrp="1"/>
          </p:cNvSpPr>
          <p:nvPr>
            <p:ph type="body" sz="quarter" idx="10"/>
          </p:nvPr>
        </p:nvSpPr>
        <p:spPr>
          <a:xfrm>
            <a:off x="475342" y="1418042"/>
            <a:ext cx="4424381" cy="1444164"/>
          </a:xfrm>
          <a:prstGeom prst="rect">
            <a:avLst/>
          </a:prstGeom>
        </p:spPr>
        <p:txBody>
          <a:bodyPr lIns="45720"/>
          <a:lstStyle>
            <a:lvl1pPr marL="0" indent="0">
              <a:lnSpc>
                <a:spcPct val="100000"/>
              </a:lnSpc>
              <a:buNone/>
              <a:defRPr sz="3600" b="1" i="0">
                <a:solidFill>
                  <a:schemeClr val="accent1"/>
                </a:solidFill>
                <a:latin typeface="+mj-lt"/>
              </a:defRPr>
            </a:lvl1pPr>
          </a:lstStyle>
          <a:p>
            <a:r>
              <a:rPr lang="en-US" dirty="0"/>
              <a:t>Click to edit Master text styles</a:t>
            </a:r>
          </a:p>
        </p:txBody>
      </p:sp>
      <p:sp>
        <p:nvSpPr>
          <p:cNvPr id="13" name="Text Placeholder 25">
            <a:extLst>
              <a:ext uri="{FF2B5EF4-FFF2-40B4-BE49-F238E27FC236}">
                <a16:creationId xmlns:a16="http://schemas.microsoft.com/office/drawing/2014/main" id="{60FDFD23-2396-FE80-9BEF-0EB4643D6903}"/>
              </a:ext>
            </a:extLst>
          </p:cNvPr>
          <p:cNvSpPr>
            <a:spLocks noGrp="1"/>
          </p:cNvSpPr>
          <p:nvPr>
            <p:ph type="body" sz="quarter" idx="11" hasCustomPrompt="1"/>
          </p:nvPr>
        </p:nvSpPr>
        <p:spPr>
          <a:xfrm>
            <a:off x="475342" y="2951875"/>
            <a:ext cx="4424381" cy="1444164"/>
          </a:xfrm>
          <a:prstGeom prst="rect">
            <a:avLst/>
          </a:prstGeom>
        </p:spPr>
        <p:txBody>
          <a:bodyPr/>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2" name="TextBox 1">
            <a:extLst>
              <a:ext uri="{FF2B5EF4-FFF2-40B4-BE49-F238E27FC236}">
                <a16:creationId xmlns:a16="http://schemas.microsoft.com/office/drawing/2014/main" id="{BE40E2CF-87FC-BF8D-C121-E1609BE5727F}"/>
              </a:ext>
            </a:extLst>
          </p:cNvPr>
          <p:cNvSpPr txBox="1"/>
          <p:nvPr userDrawn="1"/>
        </p:nvSpPr>
        <p:spPr>
          <a:xfrm>
            <a:off x="475342" y="6555659"/>
            <a:ext cx="8604015"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2">
                    <a:lumMod val="50000"/>
                  </a:schemeClr>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endParaRPr>
          </a:p>
        </p:txBody>
      </p:sp>
      <p:sp>
        <p:nvSpPr>
          <p:cNvPr id="3" name="Title 1">
            <a:extLst>
              <a:ext uri="{FF2B5EF4-FFF2-40B4-BE49-F238E27FC236}">
                <a16:creationId xmlns:a16="http://schemas.microsoft.com/office/drawing/2014/main" id="{96D7CBB1-D1ED-21D2-DC32-B27AABAA15A4}"/>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rgbClr val="160629"/>
                </a:solidFill>
                <a:latin typeface="Gelion Semi Bold" pitchFamily="2" charset="77"/>
                <a:ea typeface="Poppins"/>
                <a:cs typeface="Poppins"/>
                <a:sym typeface="Poppins"/>
              </a:rPr>
              <a:t>For People, By People</a:t>
            </a:r>
            <a:endParaRPr lang="en-US" sz="1400" b="1" i="0" spc="0" dirty="0">
              <a:latin typeface="Gelion Semi Bold" pitchFamily="2" charset="77"/>
            </a:endParaRPr>
          </a:p>
        </p:txBody>
      </p:sp>
      <p:grpSp>
        <p:nvGrpSpPr>
          <p:cNvPr id="8" name="Group 7">
            <a:extLst>
              <a:ext uri="{FF2B5EF4-FFF2-40B4-BE49-F238E27FC236}">
                <a16:creationId xmlns:a16="http://schemas.microsoft.com/office/drawing/2014/main" id="{2FAAE050-0000-B133-14A0-0CBB3153218B}"/>
              </a:ext>
            </a:extLst>
          </p:cNvPr>
          <p:cNvGrpSpPr>
            <a:grpSpLocks noChangeAspect="1"/>
          </p:cNvGrpSpPr>
          <p:nvPr userDrawn="1"/>
        </p:nvGrpSpPr>
        <p:grpSpPr>
          <a:xfrm>
            <a:off x="11464290" y="6595224"/>
            <a:ext cx="346710" cy="92438"/>
            <a:chOff x="102243" y="472557"/>
            <a:chExt cx="205526" cy="54796"/>
          </a:xfrm>
        </p:grpSpPr>
        <p:sp>
          <p:nvSpPr>
            <p:cNvPr id="9" name="Freeform: Shape 90">
              <a:extLst>
                <a:ext uri="{FF2B5EF4-FFF2-40B4-BE49-F238E27FC236}">
                  <a16:creationId xmlns:a16="http://schemas.microsoft.com/office/drawing/2014/main" id="{3E774B9B-0937-3C3B-5CEC-0EB1B42FFF4F}"/>
                </a:ext>
              </a:extLst>
            </p:cNvPr>
            <p:cNvSpPr/>
            <p:nvPr/>
          </p:nvSpPr>
          <p:spPr>
            <a:xfrm>
              <a:off x="177575" y="472557"/>
              <a:ext cx="54862" cy="54796"/>
            </a:xfrm>
            <a:custGeom>
              <a:avLst/>
              <a:gdLst>
                <a:gd name="connsiteX0" fmla="*/ 363194 w 726387"/>
                <a:gd name="connsiteY0" fmla="*/ 0 h 725516"/>
                <a:gd name="connsiteX1" fmla="*/ 726387 w 726387"/>
                <a:gd name="connsiteY1" fmla="*/ 362323 h 725516"/>
                <a:gd name="connsiteX2" fmla="*/ 363194 w 726387"/>
                <a:gd name="connsiteY2" fmla="*/ 725516 h 725516"/>
                <a:gd name="connsiteX3" fmla="*/ 0 w 726387"/>
                <a:gd name="connsiteY3" fmla="*/ 362323 h 725516"/>
                <a:gd name="connsiteX4" fmla="*/ 363194 w 726387"/>
                <a:gd name="connsiteY4" fmla="*/ 0 h 72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6387" h="725516">
                  <a:moveTo>
                    <a:pt x="363194" y="0"/>
                  </a:moveTo>
                  <a:cubicBezTo>
                    <a:pt x="563516" y="0"/>
                    <a:pt x="726387" y="162000"/>
                    <a:pt x="726387" y="362323"/>
                  </a:cubicBezTo>
                  <a:cubicBezTo>
                    <a:pt x="726387" y="563516"/>
                    <a:pt x="563516" y="725516"/>
                    <a:pt x="363194" y="725516"/>
                  </a:cubicBezTo>
                  <a:cubicBezTo>
                    <a:pt x="162871" y="725516"/>
                    <a:pt x="0" y="563516"/>
                    <a:pt x="0" y="362323"/>
                  </a:cubicBezTo>
                  <a:cubicBezTo>
                    <a:pt x="0" y="162000"/>
                    <a:pt x="162871" y="0"/>
                    <a:pt x="363194" y="0"/>
                  </a:cubicBezTo>
                  <a:close/>
                </a:path>
              </a:pathLst>
            </a:custGeom>
            <a:solidFill>
              <a:schemeClr val="accent2"/>
            </a:solidFill>
            <a:ln w="871" cap="flat">
              <a:noFill/>
              <a:prstDash val="solid"/>
              <a:miter/>
            </a:ln>
          </p:spPr>
          <p:txBody>
            <a:bodyPr rtlCol="0" anchor="ctr"/>
            <a:lstStyle/>
            <a:p>
              <a:endParaRPr lang="en-US" dirty="0">
                <a:latin typeface="Arial" panose="020B0604020202020204" pitchFamily="34" charset="0"/>
              </a:endParaRPr>
            </a:p>
          </p:txBody>
        </p:sp>
        <p:grpSp>
          <p:nvGrpSpPr>
            <p:cNvPr id="14" name="Graphic 6">
              <a:extLst>
                <a:ext uri="{FF2B5EF4-FFF2-40B4-BE49-F238E27FC236}">
                  <a16:creationId xmlns:a16="http://schemas.microsoft.com/office/drawing/2014/main" id="{A1C9800A-B526-00AC-EEDA-578547D01717}"/>
                </a:ext>
              </a:extLst>
            </p:cNvPr>
            <p:cNvGrpSpPr/>
            <p:nvPr/>
          </p:nvGrpSpPr>
          <p:grpSpPr>
            <a:xfrm>
              <a:off x="102243" y="472557"/>
              <a:ext cx="205526" cy="54796"/>
              <a:chOff x="4810159" y="1371774"/>
              <a:chExt cx="2721195" cy="725516"/>
            </a:xfrm>
          </p:grpSpPr>
          <p:sp>
            <p:nvSpPr>
              <p:cNvPr id="16" name="Freeform: Shape 92">
                <a:extLst>
                  <a:ext uri="{FF2B5EF4-FFF2-40B4-BE49-F238E27FC236}">
                    <a16:creationId xmlns:a16="http://schemas.microsoft.com/office/drawing/2014/main" id="{BCF5D49F-3D12-5878-5F10-04EFAFAE81A5}"/>
                  </a:ext>
                </a:extLst>
              </p:cNvPr>
              <p:cNvSpPr/>
              <p:nvPr/>
            </p:nvSpPr>
            <p:spPr>
              <a:xfrm>
                <a:off x="4810159" y="1371774"/>
                <a:ext cx="725518" cy="725516"/>
              </a:xfrm>
              <a:custGeom>
                <a:avLst/>
                <a:gdLst>
                  <a:gd name="connsiteX0" fmla="*/ 363194 w 725516"/>
                  <a:gd name="connsiteY0" fmla="*/ 0 h 725516"/>
                  <a:gd name="connsiteX1" fmla="*/ 725516 w 725516"/>
                  <a:gd name="connsiteY1" fmla="*/ 362323 h 725516"/>
                  <a:gd name="connsiteX2" fmla="*/ 363194 w 725516"/>
                  <a:gd name="connsiteY2" fmla="*/ 725516 h 725516"/>
                  <a:gd name="connsiteX3" fmla="*/ 0 w 725516"/>
                  <a:gd name="connsiteY3" fmla="*/ 362323 h 725516"/>
                  <a:gd name="connsiteX4" fmla="*/ 363194 w 725516"/>
                  <a:gd name="connsiteY4" fmla="*/ 0 h 72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16" h="725516">
                    <a:moveTo>
                      <a:pt x="363194" y="0"/>
                    </a:moveTo>
                    <a:cubicBezTo>
                      <a:pt x="563516" y="0"/>
                      <a:pt x="725516" y="162000"/>
                      <a:pt x="725516" y="362323"/>
                    </a:cubicBezTo>
                    <a:cubicBezTo>
                      <a:pt x="725516" y="563516"/>
                      <a:pt x="563516" y="725516"/>
                      <a:pt x="363194" y="725516"/>
                    </a:cubicBezTo>
                    <a:cubicBezTo>
                      <a:pt x="162871" y="725516"/>
                      <a:pt x="0" y="563516"/>
                      <a:pt x="0" y="362323"/>
                    </a:cubicBezTo>
                    <a:cubicBezTo>
                      <a:pt x="0" y="162000"/>
                      <a:pt x="162871" y="0"/>
                      <a:pt x="363194" y="0"/>
                    </a:cubicBezTo>
                    <a:close/>
                  </a:path>
                </a:pathLst>
              </a:custGeom>
              <a:solidFill>
                <a:schemeClr val="accent1"/>
              </a:solidFill>
              <a:ln w="871" cap="flat">
                <a:noFill/>
                <a:prstDash val="solid"/>
                <a:miter/>
              </a:ln>
            </p:spPr>
            <p:txBody>
              <a:bodyPr rtlCol="0" anchor="ctr"/>
              <a:lstStyle/>
              <a:p>
                <a:endParaRPr lang="en-US" dirty="0">
                  <a:latin typeface="Arial" panose="020B0604020202020204" pitchFamily="34" charset="0"/>
                </a:endParaRPr>
              </a:p>
            </p:txBody>
          </p:sp>
          <p:sp>
            <p:nvSpPr>
              <p:cNvPr id="17" name="Freeform: Shape 93">
                <a:extLst>
                  <a:ext uri="{FF2B5EF4-FFF2-40B4-BE49-F238E27FC236}">
                    <a16:creationId xmlns:a16="http://schemas.microsoft.com/office/drawing/2014/main" id="{C91570F0-70F1-87B4-1CDD-BEFF8A289A9B}"/>
                  </a:ext>
                </a:extLst>
              </p:cNvPr>
              <p:cNvSpPr/>
              <p:nvPr/>
            </p:nvSpPr>
            <p:spPr>
              <a:xfrm>
                <a:off x="6805838" y="1371774"/>
                <a:ext cx="725516" cy="725516"/>
              </a:xfrm>
              <a:custGeom>
                <a:avLst/>
                <a:gdLst>
                  <a:gd name="connsiteX0" fmla="*/ 362323 w 725516"/>
                  <a:gd name="connsiteY0" fmla="*/ 0 h 725516"/>
                  <a:gd name="connsiteX1" fmla="*/ 725516 w 725516"/>
                  <a:gd name="connsiteY1" fmla="*/ 362323 h 725516"/>
                  <a:gd name="connsiteX2" fmla="*/ 362323 w 725516"/>
                  <a:gd name="connsiteY2" fmla="*/ 725516 h 725516"/>
                  <a:gd name="connsiteX3" fmla="*/ 0 w 725516"/>
                  <a:gd name="connsiteY3" fmla="*/ 362323 h 725516"/>
                  <a:gd name="connsiteX4" fmla="*/ 362323 w 725516"/>
                  <a:gd name="connsiteY4" fmla="*/ 0 h 72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16" h="725516">
                    <a:moveTo>
                      <a:pt x="362323" y="0"/>
                    </a:moveTo>
                    <a:cubicBezTo>
                      <a:pt x="562645" y="0"/>
                      <a:pt x="725516" y="162000"/>
                      <a:pt x="725516" y="362323"/>
                    </a:cubicBezTo>
                    <a:cubicBezTo>
                      <a:pt x="725516" y="563516"/>
                      <a:pt x="562645" y="725516"/>
                      <a:pt x="362323" y="725516"/>
                    </a:cubicBezTo>
                    <a:cubicBezTo>
                      <a:pt x="162000" y="725516"/>
                      <a:pt x="0" y="563516"/>
                      <a:pt x="0" y="362323"/>
                    </a:cubicBezTo>
                    <a:cubicBezTo>
                      <a:pt x="0" y="162000"/>
                      <a:pt x="162000" y="0"/>
                      <a:pt x="362323" y="0"/>
                    </a:cubicBezTo>
                    <a:close/>
                  </a:path>
                </a:pathLst>
              </a:custGeom>
              <a:solidFill>
                <a:schemeClr val="accent3"/>
              </a:solidFill>
              <a:ln w="871" cap="flat">
                <a:noFill/>
                <a:prstDash val="solid"/>
                <a:miter/>
              </a:ln>
            </p:spPr>
            <p:txBody>
              <a:bodyPr rtlCol="0" anchor="ctr"/>
              <a:lstStyle/>
              <a:p>
                <a:endParaRPr lang="en-US">
                  <a:latin typeface="Arial" panose="020B0604020202020204" pitchFamily="34" charset="0"/>
                </a:endParaRPr>
              </a:p>
            </p:txBody>
          </p:sp>
        </p:grpSp>
      </p:grpSp>
      <p:pic>
        <p:nvPicPr>
          <p:cNvPr id="18" name="Graphic 17">
            <a:extLst>
              <a:ext uri="{FF2B5EF4-FFF2-40B4-BE49-F238E27FC236}">
                <a16:creationId xmlns:a16="http://schemas.microsoft.com/office/drawing/2014/main" id="{08DE5328-D4BD-365B-3F50-001098C31DA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664641" y="6603477"/>
            <a:ext cx="694237" cy="75932"/>
          </a:xfrm>
          <a:prstGeom prst="rect">
            <a:avLst/>
          </a:prstGeom>
        </p:spPr>
      </p:pic>
      <p:sp>
        <p:nvSpPr>
          <p:cNvPr id="19" name="TextBox 18">
            <a:extLst>
              <a:ext uri="{FF2B5EF4-FFF2-40B4-BE49-F238E27FC236}">
                <a16:creationId xmlns:a16="http://schemas.microsoft.com/office/drawing/2014/main" id="{7A69DDC9-4A42-AFF0-6070-BC03C5BA64E5}"/>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2">
                    <a:lumMod val="50000"/>
                  </a:schemeClr>
                </a:solidFill>
                <a:latin typeface="+mj-lt"/>
                <a:ea typeface="Roboto Condensed" panose="02000000000000000000" pitchFamily="2" charset="0"/>
                <a:cs typeface="Segoe UI" panose="020B0502040204020203" pitchFamily="34" charset="0"/>
              </a:rPr>
              <a:pPr algn="ctr"/>
              <a:t>‹#›</a:t>
            </a:fld>
            <a:endParaRPr lang="id-ID" sz="2400" b="1" dirty="0">
              <a:solidFill>
                <a:schemeClr val="bg2">
                  <a:lumMod val="50000"/>
                </a:schemeClr>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20110240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Master_Content_06">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EEC44D9E-0B02-256F-DFDE-4F2D412C0114}"/>
              </a:ext>
            </a:extLst>
          </p:cNvPr>
          <p:cNvSpPr/>
          <p:nvPr userDrawn="1"/>
        </p:nvSpPr>
        <p:spPr>
          <a:xfrm>
            <a:off x="5388648" y="699246"/>
            <a:ext cx="6803352" cy="6183358"/>
          </a:xfrm>
          <a:custGeom>
            <a:avLst/>
            <a:gdLst>
              <a:gd name="connsiteX0" fmla="*/ 13806486 w 13897517"/>
              <a:gd name="connsiteY0" fmla="*/ 5850144 h 6976518"/>
              <a:gd name="connsiteX1" fmla="*/ 13839876 w 13897517"/>
              <a:gd name="connsiteY1" fmla="*/ 6054653 h 6976518"/>
              <a:gd name="connsiteX2" fmla="*/ 13897462 w 13897517"/>
              <a:gd name="connsiteY2" fmla="*/ 6976518 h 6976518"/>
              <a:gd name="connsiteX3" fmla="*/ 13806486 w 13897517"/>
              <a:gd name="connsiteY3" fmla="*/ 6976155 h 6976518"/>
              <a:gd name="connsiteX4" fmla="*/ 6962638 w 13897517"/>
              <a:gd name="connsiteY4" fmla="*/ 14 h 6976518"/>
              <a:gd name="connsiteX5" fmla="*/ 7412811 w 13897517"/>
              <a:gd name="connsiteY5" fmla="*/ 15496 h 6976518"/>
              <a:gd name="connsiteX6" fmla="*/ 7648574 w 13897517"/>
              <a:gd name="connsiteY6" fmla="*/ 38956 h 6976518"/>
              <a:gd name="connsiteX7" fmla="*/ 7648574 w 13897517"/>
              <a:gd name="connsiteY7" fmla="*/ 6951554 h 6976518"/>
              <a:gd name="connsiteX8" fmla="*/ 6948757 w 13897517"/>
              <a:gd name="connsiteY8" fmla="*/ 6948758 h 6976518"/>
              <a:gd name="connsiteX9" fmla="*/ 0 w 13897517"/>
              <a:gd name="connsiteY9" fmla="*/ 6948758 h 6976518"/>
              <a:gd name="connsiteX10" fmla="*/ 3482395 w 13897517"/>
              <a:gd name="connsiteY10" fmla="*/ 926336 h 6976518"/>
              <a:gd name="connsiteX11" fmla="*/ 6962638 w 13897517"/>
              <a:gd name="connsiteY11" fmla="*/ 14 h 6976518"/>
              <a:gd name="connsiteX0" fmla="*/ 13806486 w 13839876"/>
              <a:gd name="connsiteY0" fmla="*/ 5850144 h 6977255"/>
              <a:gd name="connsiteX1" fmla="*/ 13839876 w 13839876"/>
              <a:gd name="connsiteY1" fmla="*/ 6054653 h 6977255"/>
              <a:gd name="connsiteX2" fmla="*/ 13806486 w 13839876"/>
              <a:gd name="connsiteY2" fmla="*/ 6976155 h 6977255"/>
              <a:gd name="connsiteX3" fmla="*/ 13806486 w 13839876"/>
              <a:gd name="connsiteY3" fmla="*/ 5850144 h 6977255"/>
              <a:gd name="connsiteX4" fmla="*/ 6962638 w 13839876"/>
              <a:gd name="connsiteY4" fmla="*/ 14 h 6977255"/>
              <a:gd name="connsiteX5" fmla="*/ 7412811 w 13839876"/>
              <a:gd name="connsiteY5" fmla="*/ 15496 h 6977255"/>
              <a:gd name="connsiteX6" fmla="*/ 7648574 w 13839876"/>
              <a:gd name="connsiteY6" fmla="*/ 38956 h 6977255"/>
              <a:gd name="connsiteX7" fmla="*/ 7648574 w 13839876"/>
              <a:gd name="connsiteY7" fmla="*/ 6951554 h 6977255"/>
              <a:gd name="connsiteX8" fmla="*/ 6948757 w 13839876"/>
              <a:gd name="connsiteY8" fmla="*/ 6948758 h 6977255"/>
              <a:gd name="connsiteX9" fmla="*/ 0 w 13839876"/>
              <a:gd name="connsiteY9" fmla="*/ 6948758 h 6977255"/>
              <a:gd name="connsiteX10" fmla="*/ 3482395 w 13839876"/>
              <a:gd name="connsiteY10" fmla="*/ 926336 h 6977255"/>
              <a:gd name="connsiteX11" fmla="*/ 6962638 w 13839876"/>
              <a:gd name="connsiteY11" fmla="*/ 14 h 6977255"/>
              <a:gd name="connsiteX0" fmla="*/ 13806486 w 13839876"/>
              <a:gd name="connsiteY0" fmla="*/ 5850144 h 6951554"/>
              <a:gd name="connsiteX1" fmla="*/ 13839876 w 13839876"/>
              <a:gd name="connsiteY1" fmla="*/ 6054653 h 6951554"/>
              <a:gd name="connsiteX2" fmla="*/ 13806486 w 13839876"/>
              <a:gd name="connsiteY2" fmla="*/ 5850144 h 6951554"/>
              <a:gd name="connsiteX3" fmla="*/ 6962638 w 13839876"/>
              <a:gd name="connsiteY3" fmla="*/ 14 h 6951554"/>
              <a:gd name="connsiteX4" fmla="*/ 7412811 w 13839876"/>
              <a:gd name="connsiteY4" fmla="*/ 15496 h 6951554"/>
              <a:gd name="connsiteX5" fmla="*/ 7648574 w 13839876"/>
              <a:gd name="connsiteY5" fmla="*/ 38956 h 6951554"/>
              <a:gd name="connsiteX6" fmla="*/ 7648574 w 13839876"/>
              <a:gd name="connsiteY6" fmla="*/ 6951554 h 6951554"/>
              <a:gd name="connsiteX7" fmla="*/ 6948757 w 13839876"/>
              <a:gd name="connsiteY7" fmla="*/ 6948758 h 6951554"/>
              <a:gd name="connsiteX8" fmla="*/ 0 w 13839876"/>
              <a:gd name="connsiteY8" fmla="*/ 6948758 h 6951554"/>
              <a:gd name="connsiteX9" fmla="*/ 3482395 w 13839876"/>
              <a:gd name="connsiteY9" fmla="*/ 926336 h 6951554"/>
              <a:gd name="connsiteX10" fmla="*/ 6962638 w 13839876"/>
              <a:gd name="connsiteY10" fmla="*/ 14 h 6951554"/>
              <a:gd name="connsiteX0" fmla="*/ 6962638 w 7648574"/>
              <a:gd name="connsiteY0" fmla="*/ 14 h 6951554"/>
              <a:gd name="connsiteX1" fmla="*/ 7412811 w 7648574"/>
              <a:gd name="connsiteY1" fmla="*/ 15496 h 6951554"/>
              <a:gd name="connsiteX2" fmla="*/ 7648574 w 7648574"/>
              <a:gd name="connsiteY2" fmla="*/ 38956 h 6951554"/>
              <a:gd name="connsiteX3" fmla="*/ 7648574 w 7648574"/>
              <a:gd name="connsiteY3" fmla="*/ 6951554 h 6951554"/>
              <a:gd name="connsiteX4" fmla="*/ 6948757 w 7648574"/>
              <a:gd name="connsiteY4" fmla="*/ 6948758 h 6951554"/>
              <a:gd name="connsiteX5" fmla="*/ 0 w 7648574"/>
              <a:gd name="connsiteY5" fmla="*/ 6948758 h 6951554"/>
              <a:gd name="connsiteX6" fmla="*/ 3482395 w 7648574"/>
              <a:gd name="connsiteY6" fmla="*/ 926336 h 6951554"/>
              <a:gd name="connsiteX7" fmla="*/ 6962638 w 7648574"/>
              <a:gd name="connsiteY7" fmla="*/ 14 h 6951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48574" h="6951554">
                <a:moveTo>
                  <a:pt x="6962638" y="14"/>
                </a:moveTo>
                <a:cubicBezTo>
                  <a:pt x="7112787" y="314"/>
                  <a:pt x="7262926" y="5475"/>
                  <a:pt x="7412811" y="15496"/>
                </a:cubicBezTo>
                <a:lnTo>
                  <a:pt x="7648574" y="38956"/>
                </a:lnTo>
                <a:lnTo>
                  <a:pt x="7648574" y="6951554"/>
                </a:lnTo>
                <a:lnTo>
                  <a:pt x="6948757" y="6948758"/>
                </a:lnTo>
                <a:lnTo>
                  <a:pt x="0" y="6948758"/>
                </a:lnTo>
                <a:cubicBezTo>
                  <a:pt x="0" y="4462900"/>
                  <a:pt x="1327925" y="2166397"/>
                  <a:pt x="3482395" y="926336"/>
                </a:cubicBezTo>
                <a:cubicBezTo>
                  <a:pt x="4559630" y="306306"/>
                  <a:pt x="5761445" y="-2385"/>
                  <a:pt x="6962638" y="14"/>
                </a:cubicBezTo>
                <a:close/>
              </a:path>
            </a:pathLst>
          </a:custGeom>
          <a:gradFill>
            <a:gsLst>
              <a:gs pos="84000">
                <a:schemeClr val="accent1"/>
              </a:gs>
              <a:gs pos="0">
                <a:schemeClr val="accent2"/>
              </a:gs>
            </a:gsLst>
            <a:lin ang="192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pic>
        <p:nvPicPr>
          <p:cNvPr id="7" name="Picture 6">
            <a:extLst>
              <a:ext uri="{FF2B5EF4-FFF2-40B4-BE49-F238E27FC236}">
                <a16:creationId xmlns:a16="http://schemas.microsoft.com/office/drawing/2014/main" id="{E8ECD0E0-FD7D-D43C-8EB2-FD7AA73C104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4459" y="164290"/>
            <a:ext cx="290883" cy="396658"/>
          </a:xfrm>
          <a:prstGeom prst="rect">
            <a:avLst/>
          </a:prstGeom>
        </p:spPr>
      </p:pic>
      <p:sp>
        <p:nvSpPr>
          <p:cNvPr id="12" name="Text Placeholder 25">
            <a:extLst>
              <a:ext uri="{FF2B5EF4-FFF2-40B4-BE49-F238E27FC236}">
                <a16:creationId xmlns:a16="http://schemas.microsoft.com/office/drawing/2014/main" id="{85253CC4-DA52-80AE-7BBF-E30A36267885}"/>
              </a:ext>
            </a:extLst>
          </p:cNvPr>
          <p:cNvSpPr>
            <a:spLocks noGrp="1"/>
          </p:cNvSpPr>
          <p:nvPr>
            <p:ph type="body" sz="quarter" idx="10"/>
          </p:nvPr>
        </p:nvSpPr>
        <p:spPr>
          <a:xfrm>
            <a:off x="475342" y="1418042"/>
            <a:ext cx="4424381" cy="1444164"/>
          </a:xfrm>
          <a:prstGeom prst="rect">
            <a:avLst/>
          </a:prstGeom>
        </p:spPr>
        <p:txBody>
          <a:bodyPr lIns="45720"/>
          <a:lstStyle>
            <a:lvl1pPr marL="0" indent="0">
              <a:lnSpc>
                <a:spcPct val="100000"/>
              </a:lnSpc>
              <a:buNone/>
              <a:defRPr sz="3600" b="1" i="0">
                <a:solidFill>
                  <a:schemeClr val="accent1"/>
                </a:solidFill>
                <a:latin typeface="+mj-lt"/>
              </a:defRPr>
            </a:lvl1pPr>
          </a:lstStyle>
          <a:p>
            <a:r>
              <a:rPr lang="en-US" dirty="0"/>
              <a:t>Click to edit Master text styles</a:t>
            </a:r>
          </a:p>
        </p:txBody>
      </p:sp>
      <p:sp>
        <p:nvSpPr>
          <p:cNvPr id="13" name="Text Placeholder 25">
            <a:extLst>
              <a:ext uri="{FF2B5EF4-FFF2-40B4-BE49-F238E27FC236}">
                <a16:creationId xmlns:a16="http://schemas.microsoft.com/office/drawing/2014/main" id="{60FDFD23-2396-FE80-9BEF-0EB4643D6903}"/>
              </a:ext>
            </a:extLst>
          </p:cNvPr>
          <p:cNvSpPr>
            <a:spLocks noGrp="1"/>
          </p:cNvSpPr>
          <p:nvPr>
            <p:ph type="body" sz="quarter" idx="11" hasCustomPrompt="1"/>
          </p:nvPr>
        </p:nvSpPr>
        <p:spPr>
          <a:xfrm>
            <a:off x="475342" y="2951875"/>
            <a:ext cx="4424381" cy="1444164"/>
          </a:xfrm>
          <a:prstGeom prst="rect">
            <a:avLst/>
          </a:prstGeom>
        </p:spPr>
        <p:txBody>
          <a:bodyPr/>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3" name="Title 1">
            <a:extLst>
              <a:ext uri="{FF2B5EF4-FFF2-40B4-BE49-F238E27FC236}">
                <a16:creationId xmlns:a16="http://schemas.microsoft.com/office/drawing/2014/main" id="{96D7CBB1-D1ED-21D2-DC32-B27AABAA15A4}"/>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chemeClr val="tx1"/>
                </a:solidFill>
                <a:latin typeface="Gelion Semi Bold" pitchFamily="2" charset="77"/>
                <a:ea typeface="Poppins"/>
                <a:cs typeface="Poppins"/>
                <a:sym typeface="Poppins"/>
              </a:rPr>
              <a:t>For People, By People</a:t>
            </a:r>
            <a:endParaRPr lang="en-US" sz="1400" b="1" i="0" spc="0" dirty="0">
              <a:solidFill>
                <a:schemeClr val="tx1"/>
              </a:solidFill>
              <a:latin typeface="Gelion Semi Bold" pitchFamily="2" charset="77"/>
            </a:endParaRPr>
          </a:p>
        </p:txBody>
      </p:sp>
      <p:sp>
        <p:nvSpPr>
          <p:cNvPr id="5" name="TextBox 4">
            <a:extLst>
              <a:ext uri="{FF2B5EF4-FFF2-40B4-BE49-F238E27FC236}">
                <a16:creationId xmlns:a16="http://schemas.microsoft.com/office/drawing/2014/main" id="{8DBEAD25-F1BA-81AF-7084-0BAC4E4D9B16}"/>
              </a:ext>
            </a:extLst>
          </p:cNvPr>
          <p:cNvSpPr txBox="1"/>
          <p:nvPr userDrawn="1"/>
        </p:nvSpPr>
        <p:spPr>
          <a:xfrm>
            <a:off x="475342" y="6417119"/>
            <a:ext cx="3590089" cy="320601"/>
          </a:xfrm>
          <a:prstGeom prst="rect">
            <a:avLst/>
          </a:prstGeom>
          <a:noFill/>
        </p:spPr>
        <p:txBody>
          <a:bodyPr wrap="square" lIns="0" rIns="0">
            <a:spAutoFit/>
          </a:bodyPr>
          <a:lstStyle/>
          <a:p>
            <a:pPr marL="3175" algn="l">
              <a:lnSpc>
                <a:spcPct val="100000"/>
              </a:lnSpc>
              <a:spcAft>
                <a:spcPts val="100"/>
              </a:spcAft>
            </a:pPr>
            <a:r>
              <a:rPr lang="en-US" sz="700" kern="100" dirty="0">
                <a:solidFill>
                  <a:schemeClr val="bg2">
                    <a:lumMod val="50000"/>
                  </a:schemeClr>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p>
          <a:p>
            <a:pPr marL="3175" algn="l">
              <a:lnSpc>
                <a:spcPct val="100000"/>
              </a:lnSpc>
              <a:spcAft>
                <a:spcPts val="100"/>
              </a:spcAft>
            </a:pPr>
            <a:r>
              <a:rPr lang="en-US"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endParaRPr>
          </a:p>
        </p:txBody>
      </p:sp>
      <p:sp>
        <p:nvSpPr>
          <p:cNvPr id="2" name="TextBox 1">
            <a:extLst>
              <a:ext uri="{FF2B5EF4-FFF2-40B4-BE49-F238E27FC236}">
                <a16:creationId xmlns:a16="http://schemas.microsoft.com/office/drawing/2014/main" id="{7F11BDA1-7711-155B-F896-7A2475837A74}"/>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2">
                    <a:lumMod val="50000"/>
                  </a:schemeClr>
                </a:solidFill>
                <a:latin typeface="+mj-lt"/>
                <a:ea typeface="Roboto Condensed" panose="02000000000000000000" pitchFamily="2" charset="0"/>
                <a:cs typeface="Segoe UI" panose="020B0502040204020203" pitchFamily="34" charset="0"/>
              </a:rPr>
              <a:pPr algn="ctr"/>
              <a:t>‹#›</a:t>
            </a:fld>
            <a:endParaRPr lang="id-ID" sz="2400" b="1" dirty="0">
              <a:solidFill>
                <a:schemeClr val="bg2">
                  <a:lumMod val="50000"/>
                </a:schemeClr>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23547664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Master_Content_07">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EEC44D9E-0B02-256F-DFDE-4F2D412C0114}"/>
              </a:ext>
            </a:extLst>
          </p:cNvPr>
          <p:cNvSpPr/>
          <p:nvPr userDrawn="1"/>
        </p:nvSpPr>
        <p:spPr>
          <a:xfrm>
            <a:off x="5388648" y="699246"/>
            <a:ext cx="6803352" cy="6183358"/>
          </a:xfrm>
          <a:custGeom>
            <a:avLst/>
            <a:gdLst>
              <a:gd name="connsiteX0" fmla="*/ 13806486 w 13897517"/>
              <a:gd name="connsiteY0" fmla="*/ 5850144 h 6976518"/>
              <a:gd name="connsiteX1" fmla="*/ 13839876 w 13897517"/>
              <a:gd name="connsiteY1" fmla="*/ 6054653 h 6976518"/>
              <a:gd name="connsiteX2" fmla="*/ 13897462 w 13897517"/>
              <a:gd name="connsiteY2" fmla="*/ 6976518 h 6976518"/>
              <a:gd name="connsiteX3" fmla="*/ 13806486 w 13897517"/>
              <a:gd name="connsiteY3" fmla="*/ 6976155 h 6976518"/>
              <a:gd name="connsiteX4" fmla="*/ 6962638 w 13897517"/>
              <a:gd name="connsiteY4" fmla="*/ 14 h 6976518"/>
              <a:gd name="connsiteX5" fmla="*/ 7412811 w 13897517"/>
              <a:gd name="connsiteY5" fmla="*/ 15496 h 6976518"/>
              <a:gd name="connsiteX6" fmla="*/ 7648574 w 13897517"/>
              <a:gd name="connsiteY6" fmla="*/ 38956 h 6976518"/>
              <a:gd name="connsiteX7" fmla="*/ 7648574 w 13897517"/>
              <a:gd name="connsiteY7" fmla="*/ 6951554 h 6976518"/>
              <a:gd name="connsiteX8" fmla="*/ 6948757 w 13897517"/>
              <a:gd name="connsiteY8" fmla="*/ 6948758 h 6976518"/>
              <a:gd name="connsiteX9" fmla="*/ 0 w 13897517"/>
              <a:gd name="connsiteY9" fmla="*/ 6948758 h 6976518"/>
              <a:gd name="connsiteX10" fmla="*/ 3482395 w 13897517"/>
              <a:gd name="connsiteY10" fmla="*/ 926336 h 6976518"/>
              <a:gd name="connsiteX11" fmla="*/ 6962638 w 13897517"/>
              <a:gd name="connsiteY11" fmla="*/ 14 h 6976518"/>
              <a:gd name="connsiteX0" fmla="*/ 13806486 w 13897517"/>
              <a:gd name="connsiteY0" fmla="*/ 5850144 h 6976518"/>
              <a:gd name="connsiteX1" fmla="*/ 13839876 w 13897517"/>
              <a:gd name="connsiteY1" fmla="*/ 6054653 h 6976518"/>
              <a:gd name="connsiteX2" fmla="*/ 13897462 w 13897517"/>
              <a:gd name="connsiteY2" fmla="*/ 6976518 h 6976518"/>
              <a:gd name="connsiteX3" fmla="*/ 13806486 w 13897517"/>
              <a:gd name="connsiteY3" fmla="*/ 5850144 h 6976518"/>
              <a:gd name="connsiteX4" fmla="*/ 6962638 w 13897517"/>
              <a:gd name="connsiteY4" fmla="*/ 14 h 6976518"/>
              <a:gd name="connsiteX5" fmla="*/ 7412811 w 13897517"/>
              <a:gd name="connsiteY5" fmla="*/ 15496 h 6976518"/>
              <a:gd name="connsiteX6" fmla="*/ 7648574 w 13897517"/>
              <a:gd name="connsiteY6" fmla="*/ 38956 h 6976518"/>
              <a:gd name="connsiteX7" fmla="*/ 7648574 w 13897517"/>
              <a:gd name="connsiteY7" fmla="*/ 6951554 h 6976518"/>
              <a:gd name="connsiteX8" fmla="*/ 6948757 w 13897517"/>
              <a:gd name="connsiteY8" fmla="*/ 6948758 h 6976518"/>
              <a:gd name="connsiteX9" fmla="*/ 0 w 13897517"/>
              <a:gd name="connsiteY9" fmla="*/ 6948758 h 6976518"/>
              <a:gd name="connsiteX10" fmla="*/ 3482395 w 13897517"/>
              <a:gd name="connsiteY10" fmla="*/ 926336 h 6976518"/>
              <a:gd name="connsiteX11" fmla="*/ 6962638 w 13897517"/>
              <a:gd name="connsiteY11" fmla="*/ 14 h 6976518"/>
              <a:gd name="connsiteX0" fmla="*/ 13806486 w 13839876"/>
              <a:gd name="connsiteY0" fmla="*/ 5850144 h 6951554"/>
              <a:gd name="connsiteX1" fmla="*/ 13839876 w 13839876"/>
              <a:gd name="connsiteY1" fmla="*/ 6054653 h 6951554"/>
              <a:gd name="connsiteX2" fmla="*/ 13806486 w 13839876"/>
              <a:gd name="connsiteY2" fmla="*/ 5850144 h 6951554"/>
              <a:gd name="connsiteX3" fmla="*/ 6962638 w 13839876"/>
              <a:gd name="connsiteY3" fmla="*/ 14 h 6951554"/>
              <a:gd name="connsiteX4" fmla="*/ 7412811 w 13839876"/>
              <a:gd name="connsiteY4" fmla="*/ 15496 h 6951554"/>
              <a:gd name="connsiteX5" fmla="*/ 7648574 w 13839876"/>
              <a:gd name="connsiteY5" fmla="*/ 38956 h 6951554"/>
              <a:gd name="connsiteX6" fmla="*/ 7648574 w 13839876"/>
              <a:gd name="connsiteY6" fmla="*/ 6951554 h 6951554"/>
              <a:gd name="connsiteX7" fmla="*/ 6948757 w 13839876"/>
              <a:gd name="connsiteY7" fmla="*/ 6948758 h 6951554"/>
              <a:gd name="connsiteX8" fmla="*/ 0 w 13839876"/>
              <a:gd name="connsiteY8" fmla="*/ 6948758 h 6951554"/>
              <a:gd name="connsiteX9" fmla="*/ 3482395 w 13839876"/>
              <a:gd name="connsiteY9" fmla="*/ 926336 h 6951554"/>
              <a:gd name="connsiteX10" fmla="*/ 6962638 w 13839876"/>
              <a:gd name="connsiteY10" fmla="*/ 14 h 6951554"/>
              <a:gd name="connsiteX0" fmla="*/ 6962638 w 7648574"/>
              <a:gd name="connsiteY0" fmla="*/ 14 h 6951554"/>
              <a:gd name="connsiteX1" fmla="*/ 7412811 w 7648574"/>
              <a:gd name="connsiteY1" fmla="*/ 15496 h 6951554"/>
              <a:gd name="connsiteX2" fmla="*/ 7648574 w 7648574"/>
              <a:gd name="connsiteY2" fmla="*/ 38956 h 6951554"/>
              <a:gd name="connsiteX3" fmla="*/ 7648574 w 7648574"/>
              <a:gd name="connsiteY3" fmla="*/ 6951554 h 6951554"/>
              <a:gd name="connsiteX4" fmla="*/ 6948757 w 7648574"/>
              <a:gd name="connsiteY4" fmla="*/ 6948758 h 6951554"/>
              <a:gd name="connsiteX5" fmla="*/ 0 w 7648574"/>
              <a:gd name="connsiteY5" fmla="*/ 6948758 h 6951554"/>
              <a:gd name="connsiteX6" fmla="*/ 3482395 w 7648574"/>
              <a:gd name="connsiteY6" fmla="*/ 926336 h 6951554"/>
              <a:gd name="connsiteX7" fmla="*/ 6962638 w 7648574"/>
              <a:gd name="connsiteY7" fmla="*/ 14 h 6951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48574" h="6951554">
                <a:moveTo>
                  <a:pt x="6962638" y="14"/>
                </a:moveTo>
                <a:cubicBezTo>
                  <a:pt x="7112787" y="314"/>
                  <a:pt x="7262926" y="5475"/>
                  <a:pt x="7412811" y="15496"/>
                </a:cubicBezTo>
                <a:lnTo>
                  <a:pt x="7648574" y="38956"/>
                </a:lnTo>
                <a:lnTo>
                  <a:pt x="7648574" y="6951554"/>
                </a:lnTo>
                <a:lnTo>
                  <a:pt x="6948757" y="6948758"/>
                </a:lnTo>
                <a:lnTo>
                  <a:pt x="0" y="6948758"/>
                </a:lnTo>
                <a:cubicBezTo>
                  <a:pt x="0" y="4462900"/>
                  <a:pt x="1327925" y="2166397"/>
                  <a:pt x="3482395" y="926336"/>
                </a:cubicBezTo>
                <a:cubicBezTo>
                  <a:pt x="4559630" y="306306"/>
                  <a:pt x="5761445" y="-2385"/>
                  <a:pt x="6962638" y="14"/>
                </a:cubicBezTo>
                <a:close/>
              </a:path>
            </a:pathLst>
          </a:custGeom>
          <a:gradFill>
            <a:gsLst>
              <a:gs pos="92000">
                <a:schemeClr val="accent2"/>
              </a:gs>
              <a:gs pos="15000">
                <a:schemeClr val="accent3"/>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pic>
        <p:nvPicPr>
          <p:cNvPr id="7" name="Picture 6">
            <a:extLst>
              <a:ext uri="{FF2B5EF4-FFF2-40B4-BE49-F238E27FC236}">
                <a16:creationId xmlns:a16="http://schemas.microsoft.com/office/drawing/2014/main" id="{E8ECD0E0-FD7D-D43C-8EB2-FD7AA73C104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4459" y="164290"/>
            <a:ext cx="290883" cy="396658"/>
          </a:xfrm>
          <a:prstGeom prst="rect">
            <a:avLst/>
          </a:prstGeom>
        </p:spPr>
      </p:pic>
      <p:sp>
        <p:nvSpPr>
          <p:cNvPr id="12" name="Text Placeholder 25">
            <a:extLst>
              <a:ext uri="{FF2B5EF4-FFF2-40B4-BE49-F238E27FC236}">
                <a16:creationId xmlns:a16="http://schemas.microsoft.com/office/drawing/2014/main" id="{85253CC4-DA52-80AE-7BBF-E30A36267885}"/>
              </a:ext>
            </a:extLst>
          </p:cNvPr>
          <p:cNvSpPr>
            <a:spLocks noGrp="1"/>
          </p:cNvSpPr>
          <p:nvPr>
            <p:ph type="body" sz="quarter" idx="10"/>
          </p:nvPr>
        </p:nvSpPr>
        <p:spPr>
          <a:xfrm>
            <a:off x="475342" y="1418042"/>
            <a:ext cx="4424381" cy="1444164"/>
          </a:xfrm>
          <a:prstGeom prst="rect">
            <a:avLst/>
          </a:prstGeom>
        </p:spPr>
        <p:txBody>
          <a:bodyPr lIns="45720"/>
          <a:lstStyle>
            <a:lvl1pPr marL="0" indent="0">
              <a:lnSpc>
                <a:spcPct val="100000"/>
              </a:lnSpc>
              <a:buNone/>
              <a:defRPr sz="3600" b="1" i="0">
                <a:solidFill>
                  <a:schemeClr val="accent2"/>
                </a:solidFill>
                <a:latin typeface="+mj-lt"/>
              </a:defRPr>
            </a:lvl1pPr>
          </a:lstStyle>
          <a:p>
            <a:r>
              <a:rPr lang="en-US" dirty="0"/>
              <a:t>Click to edit Master text styles</a:t>
            </a:r>
          </a:p>
        </p:txBody>
      </p:sp>
      <p:sp>
        <p:nvSpPr>
          <p:cNvPr id="13" name="Text Placeholder 25">
            <a:extLst>
              <a:ext uri="{FF2B5EF4-FFF2-40B4-BE49-F238E27FC236}">
                <a16:creationId xmlns:a16="http://schemas.microsoft.com/office/drawing/2014/main" id="{60FDFD23-2396-FE80-9BEF-0EB4643D6903}"/>
              </a:ext>
            </a:extLst>
          </p:cNvPr>
          <p:cNvSpPr>
            <a:spLocks noGrp="1"/>
          </p:cNvSpPr>
          <p:nvPr>
            <p:ph type="body" sz="quarter" idx="11" hasCustomPrompt="1"/>
          </p:nvPr>
        </p:nvSpPr>
        <p:spPr>
          <a:xfrm>
            <a:off x="475342" y="2951875"/>
            <a:ext cx="4424381" cy="1444164"/>
          </a:xfrm>
          <a:prstGeom prst="rect">
            <a:avLst/>
          </a:prstGeom>
        </p:spPr>
        <p:txBody>
          <a:bodyPr/>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3" name="Title 1">
            <a:extLst>
              <a:ext uri="{FF2B5EF4-FFF2-40B4-BE49-F238E27FC236}">
                <a16:creationId xmlns:a16="http://schemas.microsoft.com/office/drawing/2014/main" id="{96D7CBB1-D1ED-21D2-DC32-B27AABAA15A4}"/>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chemeClr val="tx1"/>
                </a:solidFill>
                <a:latin typeface="Gelion Semi Bold" pitchFamily="2" charset="77"/>
                <a:ea typeface="Poppins"/>
                <a:cs typeface="Poppins"/>
                <a:sym typeface="Poppins"/>
              </a:rPr>
              <a:t>For People, By People</a:t>
            </a:r>
            <a:endParaRPr lang="en-US" sz="1400" b="1" i="0" spc="0" dirty="0">
              <a:solidFill>
                <a:schemeClr val="tx1"/>
              </a:solidFill>
              <a:latin typeface="Gelion Semi Bold" pitchFamily="2" charset="77"/>
            </a:endParaRPr>
          </a:p>
        </p:txBody>
      </p:sp>
      <p:sp>
        <p:nvSpPr>
          <p:cNvPr id="2" name="TextBox 1">
            <a:extLst>
              <a:ext uri="{FF2B5EF4-FFF2-40B4-BE49-F238E27FC236}">
                <a16:creationId xmlns:a16="http://schemas.microsoft.com/office/drawing/2014/main" id="{DB018437-D147-C3B0-5DB6-01F96D00D4D1}"/>
              </a:ext>
            </a:extLst>
          </p:cNvPr>
          <p:cNvSpPr txBox="1"/>
          <p:nvPr userDrawn="1"/>
        </p:nvSpPr>
        <p:spPr>
          <a:xfrm>
            <a:off x="475342" y="6417119"/>
            <a:ext cx="3590089" cy="320601"/>
          </a:xfrm>
          <a:prstGeom prst="rect">
            <a:avLst/>
          </a:prstGeom>
          <a:noFill/>
        </p:spPr>
        <p:txBody>
          <a:bodyPr wrap="square" lIns="0" rIns="0">
            <a:spAutoFit/>
          </a:bodyPr>
          <a:lstStyle/>
          <a:p>
            <a:pPr marL="3175" algn="l">
              <a:lnSpc>
                <a:spcPct val="100000"/>
              </a:lnSpc>
              <a:spcAft>
                <a:spcPts val="100"/>
              </a:spcAft>
            </a:pPr>
            <a:r>
              <a:rPr lang="en-US" sz="700" kern="100" dirty="0">
                <a:solidFill>
                  <a:schemeClr val="bg2">
                    <a:lumMod val="50000"/>
                  </a:schemeClr>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p>
          <a:p>
            <a:pPr marL="3175" algn="l">
              <a:lnSpc>
                <a:spcPct val="100000"/>
              </a:lnSpc>
              <a:spcAft>
                <a:spcPts val="100"/>
              </a:spcAft>
            </a:pPr>
            <a:r>
              <a:rPr lang="en-US"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endParaRPr>
          </a:p>
        </p:txBody>
      </p:sp>
      <p:sp>
        <p:nvSpPr>
          <p:cNvPr id="4" name="TextBox 3">
            <a:extLst>
              <a:ext uri="{FF2B5EF4-FFF2-40B4-BE49-F238E27FC236}">
                <a16:creationId xmlns:a16="http://schemas.microsoft.com/office/drawing/2014/main" id="{EF1713C6-213E-DF9E-C7D6-87172DAB20B4}"/>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2">
                    <a:lumMod val="50000"/>
                  </a:schemeClr>
                </a:solidFill>
                <a:latin typeface="+mj-lt"/>
                <a:ea typeface="Roboto Condensed" panose="02000000000000000000" pitchFamily="2" charset="0"/>
                <a:cs typeface="Segoe UI" panose="020B0502040204020203" pitchFamily="34" charset="0"/>
              </a:rPr>
              <a:pPr algn="ctr"/>
              <a:t>‹#›</a:t>
            </a:fld>
            <a:endParaRPr lang="id-ID" sz="2400" b="1" dirty="0">
              <a:solidFill>
                <a:schemeClr val="bg2">
                  <a:lumMod val="50000"/>
                </a:schemeClr>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9831292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Master_Content_08">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EEC44D9E-0B02-256F-DFDE-4F2D412C0114}"/>
              </a:ext>
            </a:extLst>
          </p:cNvPr>
          <p:cNvSpPr/>
          <p:nvPr userDrawn="1"/>
        </p:nvSpPr>
        <p:spPr>
          <a:xfrm>
            <a:off x="5388647" y="699246"/>
            <a:ext cx="6803353" cy="6183358"/>
          </a:xfrm>
          <a:custGeom>
            <a:avLst/>
            <a:gdLst>
              <a:gd name="connsiteX0" fmla="*/ 13806486 w 13897517"/>
              <a:gd name="connsiteY0" fmla="*/ 5850144 h 6976518"/>
              <a:gd name="connsiteX1" fmla="*/ 13839876 w 13897517"/>
              <a:gd name="connsiteY1" fmla="*/ 6054653 h 6976518"/>
              <a:gd name="connsiteX2" fmla="*/ 13897462 w 13897517"/>
              <a:gd name="connsiteY2" fmla="*/ 6976518 h 6976518"/>
              <a:gd name="connsiteX3" fmla="*/ 13806486 w 13897517"/>
              <a:gd name="connsiteY3" fmla="*/ 6976155 h 6976518"/>
              <a:gd name="connsiteX4" fmla="*/ 6962638 w 13897517"/>
              <a:gd name="connsiteY4" fmla="*/ 14 h 6976518"/>
              <a:gd name="connsiteX5" fmla="*/ 7412811 w 13897517"/>
              <a:gd name="connsiteY5" fmla="*/ 15496 h 6976518"/>
              <a:gd name="connsiteX6" fmla="*/ 7648574 w 13897517"/>
              <a:gd name="connsiteY6" fmla="*/ 38956 h 6976518"/>
              <a:gd name="connsiteX7" fmla="*/ 7648574 w 13897517"/>
              <a:gd name="connsiteY7" fmla="*/ 6951554 h 6976518"/>
              <a:gd name="connsiteX8" fmla="*/ 6948757 w 13897517"/>
              <a:gd name="connsiteY8" fmla="*/ 6948758 h 6976518"/>
              <a:gd name="connsiteX9" fmla="*/ 0 w 13897517"/>
              <a:gd name="connsiteY9" fmla="*/ 6948758 h 6976518"/>
              <a:gd name="connsiteX10" fmla="*/ 3482395 w 13897517"/>
              <a:gd name="connsiteY10" fmla="*/ 926336 h 6976518"/>
              <a:gd name="connsiteX11" fmla="*/ 6962638 w 13897517"/>
              <a:gd name="connsiteY11" fmla="*/ 14 h 6976518"/>
              <a:gd name="connsiteX0" fmla="*/ 13806486 w 13897517"/>
              <a:gd name="connsiteY0" fmla="*/ 5850144 h 6976518"/>
              <a:gd name="connsiteX1" fmla="*/ 13839876 w 13897517"/>
              <a:gd name="connsiteY1" fmla="*/ 6054653 h 6976518"/>
              <a:gd name="connsiteX2" fmla="*/ 13897462 w 13897517"/>
              <a:gd name="connsiteY2" fmla="*/ 6976518 h 6976518"/>
              <a:gd name="connsiteX3" fmla="*/ 13806486 w 13897517"/>
              <a:gd name="connsiteY3" fmla="*/ 5850144 h 6976518"/>
              <a:gd name="connsiteX4" fmla="*/ 6962638 w 13897517"/>
              <a:gd name="connsiteY4" fmla="*/ 14 h 6976518"/>
              <a:gd name="connsiteX5" fmla="*/ 7412811 w 13897517"/>
              <a:gd name="connsiteY5" fmla="*/ 15496 h 6976518"/>
              <a:gd name="connsiteX6" fmla="*/ 7648574 w 13897517"/>
              <a:gd name="connsiteY6" fmla="*/ 38956 h 6976518"/>
              <a:gd name="connsiteX7" fmla="*/ 7648574 w 13897517"/>
              <a:gd name="connsiteY7" fmla="*/ 6951554 h 6976518"/>
              <a:gd name="connsiteX8" fmla="*/ 6948757 w 13897517"/>
              <a:gd name="connsiteY8" fmla="*/ 6948758 h 6976518"/>
              <a:gd name="connsiteX9" fmla="*/ 0 w 13897517"/>
              <a:gd name="connsiteY9" fmla="*/ 6948758 h 6976518"/>
              <a:gd name="connsiteX10" fmla="*/ 3482395 w 13897517"/>
              <a:gd name="connsiteY10" fmla="*/ 926336 h 6976518"/>
              <a:gd name="connsiteX11" fmla="*/ 6962638 w 13897517"/>
              <a:gd name="connsiteY11" fmla="*/ 14 h 6976518"/>
              <a:gd name="connsiteX0" fmla="*/ 13806486 w 13839876"/>
              <a:gd name="connsiteY0" fmla="*/ 5850144 h 6951554"/>
              <a:gd name="connsiteX1" fmla="*/ 13839876 w 13839876"/>
              <a:gd name="connsiteY1" fmla="*/ 6054653 h 6951554"/>
              <a:gd name="connsiteX2" fmla="*/ 13806486 w 13839876"/>
              <a:gd name="connsiteY2" fmla="*/ 5850144 h 6951554"/>
              <a:gd name="connsiteX3" fmla="*/ 6962638 w 13839876"/>
              <a:gd name="connsiteY3" fmla="*/ 14 h 6951554"/>
              <a:gd name="connsiteX4" fmla="*/ 7412811 w 13839876"/>
              <a:gd name="connsiteY4" fmla="*/ 15496 h 6951554"/>
              <a:gd name="connsiteX5" fmla="*/ 7648574 w 13839876"/>
              <a:gd name="connsiteY5" fmla="*/ 38956 h 6951554"/>
              <a:gd name="connsiteX6" fmla="*/ 7648574 w 13839876"/>
              <a:gd name="connsiteY6" fmla="*/ 6951554 h 6951554"/>
              <a:gd name="connsiteX7" fmla="*/ 6948757 w 13839876"/>
              <a:gd name="connsiteY7" fmla="*/ 6948758 h 6951554"/>
              <a:gd name="connsiteX8" fmla="*/ 0 w 13839876"/>
              <a:gd name="connsiteY8" fmla="*/ 6948758 h 6951554"/>
              <a:gd name="connsiteX9" fmla="*/ 3482395 w 13839876"/>
              <a:gd name="connsiteY9" fmla="*/ 926336 h 6951554"/>
              <a:gd name="connsiteX10" fmla="*/ 6962638 w 13839876"/>
              <a:gd name="connsiteY10" fmla="*/ 14 h 6951554"/>
              <a:gd name="connsiteX0" fmla="*/ 6962638 w 7648574"/>
              <a:gd name="connsiteY0" fmla="*/ 14 h 6951554"/>
              <a:gd name="connsiteX1" fmla="*/ 7412811 w 7648574"/>
              <a:gd name="connsiteY1" fmla="*/ 15496 h 6951554"/>
              <a:gd name="connsiteX2" fmla="*/ 7648574 w 7648574"/>
              <a:gd name="connsiteY2" fmla="*/ 38956 h 6951554"/>
              <a:gd name="connsiteX3" fmla="*/ 7648574 w 7648574"/>
              <a:gd name="connsiteY3" fmla="*/ 6951554 h 6951554"/>
              <a:gd name="connsiteX4" fmla="*/ 6948757 w 7648574"/>
              <a:gd name="connsiteY4" fmla="*/ 6948758 h 6951554"/>
              <a:gd name="connsiteX5" fmla="*/ 0 w 7648574"/>
              <a:gd name="connsiteY5" fmla="*/ 6948758 h 6951554"/>
              <a:gd name="connsiteX6" fmla="*/ 3482395 w 7648574"/>
              <a:gd name="connsiteY6" fmla="*/ 926336 h 6951554"/>
              <a:gd name="connsiteX7" fmla="*/ 6962638 w 7648574"/>
              <a:gd name="connsiteY7" fmla="*/ 14 h 6951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48574" h="6951554">
                <a:moveTo>
                  <a:pt x="6962638" y="14"/>
                </a:moveTo>
                <a:cubicBezTo>
                  <a:pt x="7112787" y="314"/>
                  <a:pt x="7262926" y="5475"/>
                  <a:pt x="7412811" y="15496"/>
                </a:cubicBezTo>
                <a:lnTo>
                  <a:pt x="7648574" y="38956"/>
                </a:lnTo>
                <a:lnTo>
                  <a:pt x="7648574" y="6951554"/>
                </a:lnTo>
                <a:lnTo>
                  <a:pt x="6948757" y="6948758"/>
                </a:lnTo>
                <a:lnTo>
                  <a:pt x="0" y="6948758"/>
                </a:lnTo>
                <a:cubicBezTo>
                  <a:pt x="0" y="4462900"/>
                  <a:pt x="1327925" y="2166397"/>
                  <a:pt x="3482395" y="926336"/>
                </a:cubicBezTo>
                <a:cubicBezTo>
                  <a:pt x="4559630" y="306306"/>
                  <a:pt x="5761445" y="-2385"/>
                  <a:pt x="6962638" y="14"/>
                </a:cubicBezTo>
                <a:close/>
              </a:path>
            </a:pathLst>
          </a:custGeom>
          <a:gradFill>
            <a:gsLst>
              <a:gs pos="70000">
                <a:schemeClr val="accent2"/>
              </a:gs>
              <a:gs pos="0">
                <a:schemeClr val="accent4"/>
              </a:gs>
            </a:gsLst>
            <a:lin ang="21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pic>
        <p:nvPicPr>
          <p:cNvPr id="7" name="Picture 6">
            <a:extLst>
              <a:ext uri="{FF2B5EF4-FFF2-40B4-BE49-F238E27FC236}">
                <a16:creationId xmlns:a16="http://schemas.microsoft.com/office/drawing/2014/main" id="{E8ECD0E0-FD7D-D43C-8EB2-FD7AA73C104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4459" y="164290"/>
            <a:ext cx="290883" cy="396658"/>
          </a:xfrm>
          <a:prstGeom prst="rect">
            <a:avLst/>
          </a:prstGeom>
        </p:spPr>
      </p:pic>
      <p:sp>
        <p:nvSpPr>
          <p:cNvPr id="12" name="Text Placeholder 25">
            <a:extLst>
              <a:ext uri="{FF2B5EF4-FFF2-40B4-BE49-F238E27FC236}">
                <a16:creationId xmlns:a16="http://schemas.microsoft.com/office/drawing/2014/main" id="{85253CC4-DA52-80AE-7BBF-E30A36267885}"/>
              </a:ext>
            </a:extLst>
          </p:cNvPr>
          <p:cNvSpPr>
            <a:spLocks noGrp="1"/>
          </p:cNvSpPr>
          <p:nvPr>
            <p:ph type="body" sz="quarter" idx="10"/>
          </p:nvPr>
        </p:nvSpPr>
        <p:spPr>
          <a:xfrm>
            <a:off x="475342" y="1418042"/>
            <a:ext cx="4424381" cy="1444164"/>
          </a:xfrm>
          <a:prstGeom prst="rect">
            <a:avLst/>
          </a:prstGeom>
        </p:spPr>
        <p:txBody>
          <a:bodyPr lIns="45720"/>
          <a:lstStyle>
            <a:lvl1pPr marL="0" indent="0">
              <a:lnSpc>
                <a:spcPct val="100000"/>
              </a:lnSpc>
              <a:buNone/>
              <a:defRPr sz="3600" b="1" i="0">
                <a:solidFill>
                  <a:schemeClr val="accent3"/>
                </a:solidFill>
                <a:latin typeface="+mj-lt"/>
              </a:defRPr>
            </a:lvl1pPr>
          </a:lstStyle>
          <a:p>
            <a:r>
              <a:rPr lang="en-US" dirty="0"/>
              <a:t>Click to edit Master text styles</a:t>
            </a:r>
          </a:p>
        </p:txBody>
      </p:sp>
      <p:sp>
        <p:nvSpPr>
          <p:cNvPr id="13" name="Text Placeholder 25">
            <a:extLst>
              <a:ext uri="{FF2B5EF4-FFF2-40B4-BE49-F238E27FC236}">
                <a16:creationId xmlns:a16="http://schemas.microsoft.com/office/drawing/2014/main" id="{60FDFD23-2396-FE80-9BEF-0EB4643D6903}"/>
              </a:ext>
            </a:extLst>
          </p:cNvPr>
          <p:cNvSpPr>
            <a:spLocks noGrp="1"/>
          </p:cNvSpPr>
          <p:nvPr>
            <p:ph type="body" sz="quarter" idx="11" hasCustomPrompt="1"/>
          </p:nvPr>
        </p:nvSpPr>
        <p:spPr>
          <a:xfrm>
            <a:off x="475342" y="2951875"/>
            <a:ext cx="4424381" cy="1444164"/>
          </a:xfrm>
          <a:prstGeom prst="rect">
            <a:avLst/>
          </a:prstGeom>
        </p:spPr>
        <p:txBody>
          <a:bodyPr/>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3" name="Title 1">
            <a:extLst>
              <a:ext uri="{FF2B5EF4-FFF2-40B4-BE49-F238E27FC236}">
                <a16:creationId xmlns:a16="http://schemas.microsoft.com/office/drawing/2014/main" id="{96D7CBB1-D1ED-21D2-DC32-B27AABAA15A4}"/>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chemeClr val="tx1"/>
                </a:solidFill>
                <a:latin typeface="Gelion Semi Bold" pitchFamily="2" charset="77"/>
                <a:ea typeface="Poppins"/>
                <a:cs typeface="Poppins"/>
                <a:sym typeface="Poppins"/>
              </a:rPr>
              <a:t>For People, By People</a:t>
            </a:r>
            <a:endParaRPr lang="en-US" sz="1400" b="1" i="0" spc="0" dirty="0">
              <a:solidFill>
                <a:schemeClr val="tx1"/>
              </a:solidFill>
              <a:latin typeface="Gelion Semi Bold" pitchFamily="2" charset="77"/>
            </a:endParaRPr>
          </a:p>
        </p:txBody>
      </p:sp>
      <p:sp>
        <p:nvSpPr>
          <p:cNvPr id="4" name="TextBox 3">
            <a:extLst>
              <a:ext uri="{FF2B5EF4-FFF2-40B4-BE49-F238E27FC236}">
                <a16:creationId xmlns:a16="http://schemas.microsoft.com/office/drawing/2014/main" id="{0ACE1CCF-CB3F-FFAF-FAAF-8E677050E6B0}"/>
              </a:ext>
            </a:extLst>
          </p:cNvPr>
          <p:cNvSpPr txBox="1"/>
          <p:nvPr userDrawn="1"/>
        </p:nvSpPr>
        <p:spPr>
          <a:xfrm>
            <a:off x="475342" y="6417119"/>
            <a:ext cx="3590089" cy="320601"/>
          </a:xfrm>
          <a:prstGeom prst="rect">
            <a:avLst/>
          </a:prstGeom>
          <a:noFill/>
        </p:spPr>
        <p:txBody>
          <a:bodyPr wrap="square" lIns="0" rIns="0">
            <a:spAutoFit/>
          </a:bodyPr>
          <a:lstStyle/>
          <a:p>
            <a:pPr marL="3175" algn="l">
              <a:lnSpc>
                <a:spcPct val="100000"/>
              </a:lnSpc>
              <a:spcAft>
                <a:spcPts val="100"/>
              </a:spcAft>
            </a:pPr>
            <a:r>
              <a:rPr lang="en-US" sz="700" kern="100" dirty="0">
                <a:solidFill>
                  <a:schemeClr val="bg2">
                    <a:lumMod val="50000"/>
                  </a:schemeClr>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p>
          <a:p>
            <a:pPr marL="3175" algn="l">
              <a:lnSpc>
                <a:spcPct val="100000"/>
              </a:lnSpc>
              <a:spcAft>
                <a:spcPts val="100"/>
              </a:spcAft>
            </a:pPr>
            <a:r>
              <a:rPr lang="en-US"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endParaRPr>
          </a:p>
        </p:txBody>
      </p:sp>
      <p:sp>
        <p:nvSpPr>
          <p:cNvPr id="6" name="TextBox 5">
            <a:extLst>
              <a:ext uri="{FF2B5EF4-FFF2-40B4-BE49-F238E27FC236}">
                <a16:creationId xmlns:a16="http://schemas.microsoft.com/office/drawing/2014/main" id="{2A82CC89-2895-6E6C-5AA9-8664FE8DB64B}"/>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2">
                    <a:lumMod val="50000"/>
                  </a:schemeClr>
                </a:solidFill>
                <a:latin typeface="+mj-lt"/>
                <a:ea typeface="Roboto Condensed" panose="02000000000000000000" pitchFamily="2" charset="0"/>
                <a:cs typeface="Segoe UI" panose="020B0502040204020203" pitchFamily="34" charset="0"/>
              </a:rPr>
              <a:pPr algn="ctr"/>
              <a:t>‹#›</a:t>
            </a:fld>
            <a:endParaRPr lang="id-ID" sz="2400" b="1" dirty="0">
              <a:solidFill>
                <a:schemeClr val="bg2">
                  <a:lumMod val="50000"/>
                </a:schemeClr>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34689174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Master_Content_06">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EEC44D9E-0B02-256F-DFDE-4F2D412C0114}"/>
              </a:ext>
            </a:extLst>
          </p:cNvPr>
          <p:cNvSpPr/>
          <p:nvPr userDrawn="1"/>
        </p:nvSpPr>
        <p:spPr>
          <a:xfrm rot="10800000" flipV="1">
            <a:off x="0" y="833718"/>
            <a:ext cx="6628326" cy="6024282"/>
          </a:xfrm>
          <a:custGeom>
            <a:avLst/>
            <a:gdLst>
              <a:gd name="connsiteX0" fmla="*/ 13806486 w 13897517"/>
              <a:gd name="connsiteY0" fmla="*/ 5850144 h 6976518"/>
              <a:gd name="connsiteX1" fmla="*/ 13839876 w 13897517"/>
              <a:gd name="connsiteY1" fmla="*/ 6054653 h 6976518"/>
              <a:gd name="connsiteX2" fmla="*/ 13897462 w 13897517"/>
              <a:gd name="connsiteY2" fmla="*/ 6976518 h 6976518"/>
              <a:gd name="connsiteX3" fmla="*/ 13806486 w 13897517"/>
              <a:gd name="connsiteY3" fmla="*/ 6976155 h 6976518"/>
              <a:gd name="connsiteX4" fmla="*/ 6962638 w 13897517"/>
              <a:gd name="connsiteY4" fmla="*/ 14 h 6976518"/>
              <a:gd name="connsiteX5" fmla="*/ 7412811 w 13897517"/>
              <a:gd name="connsiteY5" fmla="*/ 15496 h 6976518"/>
              <a:gd name="connsiteX6" fmla="*/ 7648574 w 13897517"/>
              <a:gd name="connsiteY6" fmla="*/ 38956 h 6976518"/>
              <a:gd name="connsiteX7" fmla="*/ 7648574 w 13897517"/>
              <a:gd name="connsiteY7" fmla="*/ 6951554 h 6976518"/>
              <a:gd name="connsiteX8" fmla="*/ 6948757 w 13897517"/>
              <a:gd name="connsiteY8" fmla="*/ 6948758 h 6976518"/>
              <a:gd name="connsiteX9" fmla="*/ 0 w 13897517"/>
              <a:gd name="connsiteY9" fmla="*/ 6948758 h 6976518"/>
              <a:gd name="connsiteX10" fmla="*/ 3482395 w 13897517"/>
              <a:gd name="connsiteY10" fmla="*/ 926336 h 6976518"/>
              <a:gd name="connsiteX11" fmla="*/ 6962638 w 13897517"/>
              <a:gd name="connsiteY11" fmla="*/ 14 h 6976518"/>
              <a:gd name="connsiteX0" fmla="*/ 11312071 w 13897517"/>
              <a:gd name="connsiteY0" fmla="*/ 4474436 h 6976518"/>
              <a:gd name="connsiteX1" fmla="*/ 13839876 w 13897517"/>
              <a:gd name="connsiteY1" fmla="*/ 6054653 h 6976518"/>
              <a:gd name="connsiteX2" fmla="*/ 13897462 w 13897517"/>
              <a:gd name="connsiteY2" fmla="*/ 6976518 h 6976518"/>
              <a:gd name="connsiteX3" fmla="*/ 13806486 w 13897517"/>
              <a:gd name="connsiteY3" fmla="*/ 6976155 h 6976518"/>
              <a:gd name="connsiteX4" fmla="*/ 11312071 w 13897517"/>
              <a:gd name="connsiteY4" fmla="*/ 4474436 h 6976518"/>
              <a:gd name="connsiteX5" fmla="*/ 6962638 w 13897517"/>
              <a:gd name="connsiteY5" fmla="*/ 14 h 6976518"/>
              <a:gd name="connsiteX6" fmla="*/ 7412811 w 13897517"/>
              <a:gd name="connsiteY6" fmla="*/ 15496 h 6976518"/>
              <a:gd name="connsiteX7" fmla="*/ 7648574 w 13897517"/>
              <a:gd name="connsiteY7" fmla="*/ 38956 h 6976518"/>
              <a:gd name="connsiteX8" fmla="*/ 7648574 w 13897517"/>
              <a:gd name="connsiteY8" fmla="*/ 6951554 h 6976518"/>
              <a:gd name="connsiteX9" fmla="*/ 6948757 w 13897517"/>
              <a:gd name="connsiteY9" fmla="*/ 6948758 h 6976518"/>
              <a:gd name="connsiteX10" fmla="*/ 0 w 13897517"/>
              <a:gd name="connsiteY10" fmla="*/ 6948758 h 6976518"/>
              <a:gd name="connsiteX11" fmla="*/ 3482395 w 13897517"/>
              <a:gd name="connsiteY11" fmla="*/ 926336 h 6976518"/>
              <a:gd name="connsiteX12" fmla="*/ 6962638 w 13897517"/>
              <a:gd name="connsiteY12" fmla="*/ 14 h 6976518"/>
              <a:gd name="connsiteX0" fmla="*/ 13806486 w 13897517"/>
              <a:gd name="connsiteY0" fmla="*/ 6976155 h 6976518"/>
              <a:gd name="connsiteX1" fmla="*/ 13839876 w 13897517"/>
              <a:gd name="connsiteY1" fmla="*/ 6054653 h 6976518"/>
              <a:gd name="connsiteX2" fmla="*/ 13897462 w 13897517"/>
              <a:gd name="connsiteY2" fmla="*/ 6976518 h 6976518"/>
              <a:gd name="connsiteX3" fmla="*/ 13806486 w 13897517"/>
              <a:gd name="connsiteY3" fmla="*/ 6976155 h 6976518"/>
              <a:gd name="connsiteX4" fmla="*/ 6962638 w 13897517"/>
              <a:gd name="connsiteY4" fmla="*/ 14 h 6976518"/>
              <a:gd name="connsiteX5" fmla="*/ 7412811 w 13897517"/>
              <a:gd name="connsiteY5" fmla="*/ 15496 h 6976518"/>
              <a:gd name="connsiteX6" fmla="*/ 7648574 w 13897517"/>
              <a:gd name="connsiteY6" fmla="*/ 38956 h 6976518"/>
              <a:gd name="connsiteX7" fmla="*/ 7648574 w 13897517"/>
              <a:gd name="connsiteY7" fmla="*/ 6951554 h 6976518"/>
              <a:gd name="connsiteX8" fmla="*/ 6948757 w 13897517"/>
              <a:gd name="connsiteY8" fmla="*/ 6948758 h 6976518"/>
              <a:gd name="connsiteX9" fmla="*/ 0 w 13897517"/>
              <a:gd name="connsiteY9" fmla="*/ 6948758 h 6976518"/>
              <a:gd name="connsiteX10" fmla="*/ 3482395 w 13897517"/>
              <a:gd name="connsiteY10" fmla="*/ 926336 h 6976518"/>
              <a:gd name="connsiteX11" fmla="*/ 6962638 w 13897517"/>
              <a:gd name="connsiteY11" fmla="*/ 14 h 6976518"/>
              <a:gd name="connsiteX0" fmla="*/ 13897462 w 13897517"/>
              <a:gd name="connsiteY0" fmla="*/ 6976518 h 6976518"/>
              <a:gd name="connsiteX1" fmla="*/ 13839876 w 13897517"/>
              <a:gd name="connsiteY1" fmla="*/ 6054653 h 6976518"/>
              <a:gd name="connsiteX2" fmla="*/ 13897462 w 13897517"/>
              <a:gd name="connsiteY2" fmla="*/ 6976518 h 6976518"/>
              <a:gd name="connsiteX3" fmla="*/ 6962638 w 13897517"/>
              <a:gd name="connsiteY3" fmla="*/ 14 h 6976518"/>
              <a:gd name="connsiteX4" fmla="*/ 7412811 w 13897517"/>
              <a:gd name="connsiteY4" fmla="*/ 15496 h 6976518"/>
              <a:gd name="connsiteX5" fmla="*/ 7648574 w 13897517"/>
              <a:gd name="connsiteY5" fmla="*/ 38956 h 6976518"/>
              <a:gd name="connsiteX6" fmla="*/ 7648574 w 13897517"/>
              <a:gd name="connsiteY6" fmla="*/ 6951554 h 6976518"/>
              <a:gd name="connsiteX7" fmla="*/ 6948757 w 13897517"/>
              <a:gd name="connsiteY7" fmla="*/ 6948758 h 6976518"/>
              <a:gd name="connsiteX8" fmla="*/ 0 w 13897517"/>
              <a:gd name="connsiteY8" fmla="*/ 6948758 h 6976518"/>
              <a:gd name="connsiteX9" fmla="*/ 3482395 w 13897517"/>
              <a:gd name="connsiteY9" fmla="*/ 926336 h 6976518"/>
              <a:gd name="connsiteX10" fmla="*/ 6962638 w 13897517"/>
              <a:gd name="connsiteY10" fmla="*/ 14 h 6976518"/>
              <a:gd name="connsiteX0" fmla="*/ 6962638 w 7648574"/>
              <a:gd name="connsiteY0" fmla="*/ 14 h 6951554"/>
              <a:gd name="connsiteX1" fmla="*/ 7412811 w 7648574"/>
              <a:gd name="connsiteY1" fmla="*/ 15496 h 6951554"/>
              <a:gd name="connsiteX2" fmla="*/ 7648574 w 7648574"/>
              <a:gd name="connsiteY2" fmla="*/ 38956 h 6951554"/>
              <a:gd name="connsiteX3" fmla="*/ 7648574 w 7648574"/>
              <a:gd name="connsiteY3" fmla="*/ 6951554 h 6951554"/>
              <a:gd name="connsiteX4" fmla="*/ 6948757 w 7648574"/>
              <a:gd name="connsiteY4" fmla="*/ 6948758 h 6951554"/>
              <a:gd name="connsiteX5" fmla="*/ 0 w 7648574"/>
              <a:gd name="connsiteY5" fmla="*/ 6948758 h 6951554"/>
              <a:gd name="connsiteX6" fmla="*/ 3482395 w 7648574"/>
              <a:gd name="connsiteY6" fmla="*/ 926336 h 6951554"/>
              <a:gd name="connsiteX7" fmla="*/ 6962638 w 7648574"/>
              <a:gd name="connsiteY7" fmla="*/ 14 h 6951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48574" h="6951554">
                <a:moveTo>
                  <a:pt x="6962638" y="14"/>
                </a:moveTo>
                <a:cubicBezTo>
                  <a:pt x="7112787" y="314"/>
                  <a:pt x="7262926" y="5475"/>
                  <a:pt x="7412811" y="15496"/>
                </a:cubicBezTo>
                <a:lnTo>
                  <a:pt x="7648574" y="38956"/>
                </a:lnTo>
                <a:lnTo>
                  <a:pt x="7648574" y="6951554"/>
                </a:lnTo>
                <a:lnTo>
                  <a:pt x="6948757" y="6948758"/>
                </a:lnTo>
                <a:lnTo>
                  <a:pt x="0" y="6948758"/>
                </a:lnTo>
                <a:cubicBezTo>
                  <a:pt x="0" y="4462900"/>
                  <a:pt x="1327925" y="2166397"/>
                  <a:pt x="3482395" y="926336"/>
                </a:cubicBezTo>
                <a:cubicBezTo>
                  <a:pt x="4559630" y="306306"/>
                  <a:pt x="5761445" y="-2385"/>
                  <a:pt x="6962638" y="14"/>
                </a:cubicBezTo>
                <a:close/>
              </a:path>
            </a:pathLst>
          </a:custGeom>
          <a:gradFill flip="none" rotWithShape="1">
            <a:gsLst>
              <a:gs pos="84000">
                <a:schemeClr val="accent1"/>
              </a:gs>
              <a:gs pos="0">
                <a:schemeClr val="accent2"/>
              </a:gs>
            </a:gsLst>
            <a:lin ang="192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pic>
        <p:nvPicPr>
          <p:cNvPr id="7" name="Picture 6">
            <a:extLst>
              <a:ext uri="{FF2B5EF4-FFF2-40B4-BE49-F238E27FC236}">
                <a16:creationId xmlns:a16="http://schemas.microsoft.com/office/drawing/2014/main" id="{E8ECD0E0-FD7D-D43C-8EB2-FD7AA73C104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4459" y="164290"/>
            <a:ext cx="290883" cy="396658"/>
          </a:xfrm>
          <a:prstGeom prst="rect">
            <a:avLst/>
          </a:prstGeom>
        </p:spPr>
      </p:pic>
      <p:sp>
        <p:nvSpPr>
          <p:cNvPr id="12" name="Text Placeholder 25">
            <a:extLst>
              <a:ext uri="{FF2B5EF4-FFF2-40B4-BE49-F238E27FC236}">
                <a16:creationId xmlns:a16="http://schemas.microsoft.com/office/drawing/2014/main" id="{85253CC4-DA52-80AE-7BBF-E30A36267885}"/>
              </a:ext>
            </a:extLst>
          </p:cNvPr>
          <p:cNvSpPr>
            <a:spLocks noGrp="1"/>
          </p:cNvSpPr>
          <p:nvPr>
            <p:ph type="body" sz="quarter" idx="10"/>
          </p:nvPr>
        </p:nvSpPr>
        <p:spPr>
          <a:xfrm>
            <a:off x="6803352" y="1418042"/>
            <a:ext cx="4424381" cy="1444164"/>
          </a:xfrm>
          <a:prstGeom prst="rect">
            <a:avLst/>
          </a:prstGeom>
        </p:spPr>
        <p:txBody>
          <a:bodyPr lIns="45720"/>
          <a:lstStyle>
            <a:lvl1pPr marL="0" indent="0">
              <a:lnSpc>
                <a:spcPct val="100000"/>
              </a:lnSpc>
              <a:buNone/>
              <a:defRPr sz="3600" b="1" i="0">
                <a:solidFill>
                  <a:schemeClr val="accent1"/>
                </a:solidFill>
                <a:latin typeface="+mj-lt"/>
              </a:defRPr>
            </a:lvl1pPr>
          </a:lstStyle>
          <a:p>
            <a:r>
              <a:rPr lang="en-US" dirty="0"/>
              <a:t>Click to edit Master text styles</a:t>
            </a:r>
          </a:p>
        </p:txBody>
      </p:sp>
      <p:sp>
        <p:nvSpPr>
          <p:cNvPr id="13" name="Text Placeholder 25">
            <a:extLst>
              <a:ext uri="{FF2B5EF4-FFF2-40B4-BE49-F238E27FC236}">
                <a16:creationId xmlns:a16="http://schemas.microsoft.com/office/drawing/2014/main" id="{60FDFD23-2396-FE80-9BEF-0EB4643D6903}"/>
              </a:ext>
            </a:extLst>
          </p:cNvPr>
          <p:cNvSpPr>
            <a:spLocks noGrp="1"/>
          </p:cNvSpPr>
          <p:nvPr>
            <p:ph type="body" sz="quarter" idx="11" hasCustomPrompt="1"/>
          </p:nvPr>
        </p:nvSpPr>
        <p:spPr>
          <a:xfrm>
            <a:off x="6803352" y="2951875"/>
            <a:ext cx="4424381" cy="1444164"/>
          </a:xfrm>
          <a:prstGeom prst="rect">
            <a:avLst/>
          </a:prstGeom>
        </p:spPr>
        <p:txBody>
          <a:bodyPr/>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3" name="Title 1">
            <a:extLst>
              <a:ext uri="{FF2B5EF4-FFF2-40B4-BE49-F238E27FC236}">
                <a16:creationId xmlns:a16="http://schemas.microsoft.com/office/drawing/2014/main" id="{96D7CBB1-D1ED-21D2-DC32-B27AABAA15A4}"/>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chemeClr val="tx1"/>
                </a:solidFill>
                <a:latin typeface="Gelion Semi Bold" pitchFamily="2" charset="77"/>
                <a:ea typeface="Poppins"/>
                <a:cs typeface="Poppins"/>
                <a:sym typeface="Poppins"/>
              </a:rPr>
              <a:t>For People, By People</a:t>
            </a:r>
            <a:endParaRPr lang="en-US" sz="1400" b="1" i="0" spc="0" dirty="0">
              <a:solidFill>
                <a:schemeClr val="tx1"/>
              </a:solidFill>
              <a:latin typeface="Gelion Semi Bold" pitchFamily="2" charset="77"/>
            </a:endParaRPr>
          </a:p>
        </p:txBody>
      </p:sp>
      <p:sp>
        <p:nvSpPr>
          <p:cNvPr id="2" name="TextBox 1">
            <a:extLst>
              <a:ext uri="{FF2B5EF4-FFF2-40B4-BE49-F238E27FC236}">
                <a16:creationId xmlns:a16="http://schemas.microsoft.com/office/drawing/2014/main" id="{14EC1A9D-864B-6932-0B41-CEA0D6A3F4D2}"/>
              </a:ext>
            </a:extLst>
          </p:cNvPr>
          <p:cNvSpPr txBox="1"/>
          <p:nvPr userDrawn="1"/>
        </p:nvSpPr>
        <p:spPr>
          <a:xfrm>
            <a:off x="475342" y="6417119"/>
            <a:ext cx="3590089" cy="320601"/>
          </a:xfrm>
          <a:prstGeom prst="rect">
            <a:avLst/>
          </a:prstGeom>
          <a:noFill/>
        </p:spPr>
        <p:txBody>
          <a:bodyPr wrap="square" lIns="0" rIns="0">
            <a:spAutoFit/>
          </a:bodyPr>
          <a:lstStyle/>
          <a:p>
            <a:pPr marL="3175" algn="l">
              <a:lnSpc>
                <a:spcPct val="100000"/>
              </a:lnSpc>
              <a:spcAft>
                <a:spcPts val="100"/>
              </a:spcAft>
            </a:pPr>
            <a:r>
              <a:rPr lang="en-US" sz="700" kern="100" dirty="0">
                <a:solidFill>
                  <a:schemeClr val="bg2"/>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p>
          <a:p>
            <a:pPr marL="3175" algn="l">
              <a:lnSpc>
                <a:spcPct val="100000"/>
              </a:lnSpc>
              <a:spcAft>
                <a:spcPts val="100"/>
              </a:spcAft>
            </a:pPr>
            <a:r>
              <a:rPr lang="en-US" sz="700" kern="100" dirty="0">
                <a:solidFill>
                  <a:schemeClr val="bg2"/>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solidFill>
              <a:effectLst/>
              <a:latin typeface="Gelion" pitchFamily="2" charset="77"/>
              <a:ea typeface="DengXian" panose="02010600030101010101" pitchFamily="2" charset="-122"/>
              <a:cs typeface="Arial" panose="020B0604020202020204" pitchFamily="34" charset="0"/>
            </a:endParaRPr>
          </a:p>
        </p:txBody>
      </p:sp>
      <p:sp>
        <p:nvSpPr>
          <p:cNvPr id="4" name="TextBox 3">
            <a:extLst>
              <a:ext uri="{FF2B5EF4-FFF2-40B4-BE49-F238E27FC236}">
                <a16:creationId xmlns:a16="http://schemas.microsoft.com/office/drawing/2014/main" id="{6A79BFD7-91B5-64D7-0A9D-1F29966BF9E8}"/>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2"/>
                </a:solidFill>
                <a:latin typeface="+mj-lt"/>
                <a:ea typeface="Roboto Condensed" panose="02000000000000000000" pitchFamily="2" charset="0"/>
                <a:cs typeface="Segoe UI" panose="020B0502040204020203" pitchFamily="34" charset="0"/>
              </a:rPr>
              <a:pPr algn="ctr"/>
              <a:t>‹#›</a:t>
            </a:fld>
            <a:endParaRPr lang="id-ID" sz="2400" b="1" dirty="0">
              <a:solidFill>
                <a:schemeClr val="bg2"/>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42202514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Master_Content_06">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EEC44D9E-0B02-256F-DFDE-4F2D412C0114}"/>
              </a:ext>
            </a:extLst>
          </p:cNvPr>
          <p:cNvSpPr/>
          <p:nvPr userDrawn="1"/>
        </p:nvSpPr>
        <p:spPr>
          <a:xfrm rot="10800000" flipV="1">
            <a:off x="0" y="833718"/>
            <a:ext cx="6628326" cy="6024282"/>
          </a:xfrm>
          <a:custGeom>
            <a:avLst/>
            <a:gdLst>
              <a:gd name="connsiteX0" fmla="*/ 13806486 w 13897517"/>
              <a:gd name="connsiteY0" fmla="*/ 5850144 h 6976518"/>
              <a:gd name="connsiteX1" fmla="*/ 13839876 w 13897517"/>
              <a:gd name="connsiteY1" fmla="*/ 6054653 h 6976518"/>
              <a:gd name="connsiteX2" fmla="*/ 13897462 w 13897517"/>
              <a:gd name="connsiteY2" fmla="*/ 6976518 h 6976518"/>
              <a:gd name="connsiteX3" fmla="*/ 13806486 w 13897517"/>
              <a:gd name="connsiteY3" fmla="*/ 6976155 h 6976518"/>
              <a:gd name="connsiteX4" fmla="*/ 6962638 w 13897517"/>
              <a:gd name="connsiteY4" fmla="*/ 14 h 6976518"/>
              <a:gd name="connsiteX5" fmla="*/ 7412811 w 13897517"/>
              <a:gd name="connsiteY5" fmla="*/ 15496 h 6976518"/>
              <a:gd name="connsiteX6" fmla="*/ 7648574 w 13897517"/>
              <a:gd name="connsiteY6" fmla="*/ 38956 h 6976518"/>
              <a:gd name="connsiteX7" fmla="*/ 7648574 w 13897517"/>
              <a:gd name="connsiteY7" fmla="*/ 6951554 h 6976518"/>
              <a:gd name="connsiteX8" fmla="*/ 6948757 w 13897517"/>
              <a:gd name="connsiteY8" fmla="*/ 6948758 h 6976518"/>
              <a:gd name="connsiteX9" fmla="*/ 0 w 13897517"/>
              <a:gd name="connsiteY9" fmla="*/ 6948758 h 6976518"/>
              <a:gd name="connsiteX10" fmla="*/ 3482395 w 13897517"/>
              <a:gd name="connsiteY10" fmla="*/ 926336 h 6976518"/>
              <a:gd name="connsiteX11" fmla="*/ 6962638 w 13897517"/>
              <a:gd name="connsiteY11" fmla="*/ 14 h 6976518"/>
              <a:gd name="connsiteX0" fmla="*/ 11312071 w 13897517"/>
              <a:gd name="connsiteY0" fmla="*/ 4474436 h 6976518"/>
              <a:gd name="connsiteX1" fmla="*/ 13839876 w 13897517"/>
              <a:gd name="connsiteY1" fmla="*/ 6054653 h 6976518"/>
              <a:gd name="connsiteX2" fmla="*/ 13897462 w 13897517"/>
              <a:gd name="connsiteY2" fmla="*/ 6976518 h 6976518"/>
              <a:gd name="connsiteX3" fmla="*/ 13806486 w 13897517"/>
              <a:gd name="connsiteY3" fmla="*/ 6976155 h 6976518"/>
              <a:gd name="connsiteX4" fmla="*/ 11312071 w 13897517"/>
              <a:gd name="connsiteY4" fmla="*/ 4474436 h 6976518"/>
              <a:gd name="connsiteX5" fmla="*/ 6962638 w 13897517"/>
              <a:gd name="connsiteY5" fmla="*/ 14 h 6976518"/>
              <a:gd name="connsiteX6" fmla="*/ 7412811 w 13897517"/>
              <a:gd name="connsiteY6" fmla="*/ 15496 h 6976518"/>
              <a:gd name="connsiteX7" fmla="*/ 7648574 w 13897517"/>
              <a:gd name="connsiteY7" fmla="*/ 38956 h 6976518"/>
              <a:gd name="connsiteX8" fmla="*/ 7648574 w 13897517"/>
              <a:gd name="connsiteY8" fmla="*/ 6951554 h 6976518"/>
              <a:gd name="connsiteX9" fmla="*/ 6948757 w 13897517"/>
              <a:gd name="connsiteY9" fmla="*/ 6948758 h 6976518"/>
              <a:gd name="connsiteX10" fmla="*/ 0 w 13897517"/>
              <a:gd name="connsiteY10" fmla="*/ 6948758 h 6976518"/>
              <a:gd name="connsiteX11" fmla="*/ 3482395 w 13897517"/>
              <a:gd name="connsiteY11" fmla="*/ 926336 h 6976518"/>
              <a:gd name="connsiteX12" fmla="*/ 6962638 w 13897517"/>
              <a:gd name="connsiteY12" fmla="*/ 14 h 6976518"/>
              <a:gd name="connsiteX0" fmla="*/ 13806486 w 13897517"/>
              <a:gd name="connsiteY0" fmla="*/ 6976155 h 6976518"/>
              <a:gd name="connsiteX1" fmla="*/ 13839876 w 13897517"/>
              <a:gd name="connsiteY1" fmla="*/ 6054653 h 6976518"/>
              <a:gd name="connsiteX2" fmla="*/ 13897462 w 13897517"/>
              <a:gd name="connsiteY2" fmla="*/ 6976518 h 6976518"/>
              <a:gd name="connsiteX3" fmla="*/ 13806486 w 13897517"/>
              <a:gd name="connsiteY3" fmla="*/ 6976155 h 6976518"/>
              <a:gd name="connsiteX4" fmla="*/ 6962638 w 13897517"/>
              <a:gd name="connsiteY4" fmla="*/ 14 h 6976518"/>
              <a:gd name="connsiteX5" fmla="*/ 7412811 w 13897517"/>
              <a:gd name="connsiteY5" fmla="*/ 15496 h 6976518"/>
              <a:gd name="connsiteX6" fmla="*/ 7648574 w 13897517"/>
              <a:gd name="connsiteY6" fmla="*/ 38956 h 6976518"/>
              <a:gd name="connsiteX7" fmla="*/ 7648574 w 13897517"/>
              <a:gd name="connsiteY7" fmla="*/ 6951554 h 6976518"/>
              <a:gd name="connsiteX8" fmla="*/ 6948757 w 13897517"/>
              <a:gd name="connsiteY8" fmla="*/ 6948758 h 6976518"/>
              <a:gd name="connsiteX9" fmla="*/ 0 w 13897517"/>
              <a:gd name="connsiteY9" fmla="*/ 6948758 h 6976518"/>
              <a:gd name="connsiteX10" fmla="*/ 3482395 w 13897517"/>
              <a:gd name="connsiteY10" fmla="*/ 926336 h 6976518"/>
              <a:gd name="connsiteX11" fmla="*/ 6962638 w 13897517"/>
              <a:gd name="connsiteY11" fmla="*/ 14 h 6976518"/>
              <a:gd name="connsiteX0" fmla="*/ 13897462 w 13897517"/>
              <a:gd name="connsiteY0" fmla="*/ 6976518 h 6976518"/>
              <a:gd name="connsiteX1" fmla="*/ 13839876 w 13897517"/>
              <a:gd name="connsiteY1" fmla="*/ 6054653 h 6976518"/>
              <a:gd name="connsiteX2" fmla="*/ 13897462 w 13897517"/>
              <a:gd name="connsiteY2" fmla="*/ 6976518 h 6976518"/>
              <a:gd name="connsiteX3" fmla="*/ 6962638 w 13897517"/>
              <a:gd name="connsiteY3" fmla="*/ 14 h 6976518"/>
              <a:gd name="connsiteX4" fmla="*/ 7412811 w 13897517"/>
              <a:gd name="connsiteY4" fmla="*/ 15496 h 6976518"/>
              <a:gd name="connsiteX5" fmla="*/ 7648574 w 13897517"/>
              <a:gd name="connsiteY5" fmla="*/ 38956 h 6976518"/>
              <a:gd name="connsiteX6" fmla="*/ 7648574 w 13897517"/>
              <a:gd name="connsiteY6" fmla="*/ 6951554 h 6976518"/>
              <a:gd name="connsiteX7" fmla="*/ 6948757 w 13897517"/>
              <a:gd name="connsiteY7" fmla="*/ 6948758 h 6976518"/>
              <a:gd name="connsiteX8" fmla="*/ 0 w 13897517"/>
              <a:gd name="connsiteY8" fmla="*/ 6948758 h 6976518"/>
              <a:gd name="connsiteX9" fmla="*/ 3482395 w 13897517"/>
              <a:gd name="connsiteY9" fmla="*/ 926336 h 6976518"/>
              <a:gd name="connsiteX10" fmla="*/ 6962638 w 13897517"/>
              <a:gd name="connsiteY10" fmla="*/ 14 h 6976518"/>
              <a:gd name="connsiteX0" fmla="*/ 6962638 w 7648574"/>
              <a:gd name="connsiteY0" fmla="*/ 14 h 6951554"/>
              <a:gd name="connsiteX1" fmla="*/ 7412811 w 7648574"/>
              <a:gd name="connsiteY1" fmla="*/ 15496 h 6951554"/>
              <a:gd name="connsiteX2" fmla="*/ 7648574 w 7648574"/>
              <a:gd name="connsiteY2" fmla="*/ 38956 h 6951554"/>
              <a:gd name="connsiteX3" fmla="*/ 7648574 w 7648574"/>
              <a:gd name="connsiteY3" fmla="*/ 6951554 h 6951554"/>
              <a:gd name="connsiteX4" fmla="*/ 6948757 w 7648574"/>
              <a:gd name="connsiteY4" fmla="*/ 6948758 h 6951554"/>
              <a:gd name="connsiteX5" fmla="*/ 0 w 7648574"/>
              <a:gd name="connsiteY5" fmla="*/ 6948758 h 6951554"/>
              <a:gd name="connsiteX6" fmla="*/ 3482395 w 7648574"/>
              <a:gd name="connsiteY6" fmla="*/ 926336 h 6951554"/>
              <a:gd name="connsiteX7" fmla="*/ 6962638 w 7648574"/>
              <a:gd name="connsiteY7" fmla="*/ 14 h 6951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48574" h="6951554">
                <a:moveTo>
                  <a:pt x="6962638" y="14"/>
                </a:moveTo>
                <a:cubicBezTo>
                  <a:pt x="7112787" y="314"/>
                  <a:pt x="7262926" y="5475"/>
                  <a:pt x="7412811" y="15496"/>
                </a:cubicBezTo>
                <a:lnTo>
                  <a:pt x="7648574" y="38956"/>
                </a:lnTo>
                <a:lnTo>
                  <a:pt x="7648574" y="6951554"/>
                </a:lnTo>
                <a:lnTo>
                  <a:pt x="6948757" y="6948758"/>
                </a:lnTo>
                <a:lnTo>
                  <a:pt x="0" y="6948758"/>
                </a:lnTo>
                <a:cubicBezTo>
                  <a:pt x="0" y="4462900"/>
                  <a:pt x="1327925" y="2166397"/>
                  <a:pt x="3482395" y="926336"/>
                </a:cubicBezTo>
                <a:cubicBezTo>
                  <a:pt x="4559630" y="306306"/>
                  <a:pt x="5761445" y="-2385"/>
                  <a:pt x="6962638" y="14"/>
                </a:cubicBezTo>
                <a:close/>
              </a:path>
            </a:pathLst>
          </a:custGeom>
          <a:gradFill flip="none" rotWithShape="1">
            <a:gsLst>
              <a:gs pos="84000">
                <a:schemeClr val="accent2"/>
              </a:gs>
              <a:gs pos="0">
                <a:schemeClr val="accent3"/>
              </a:gs>
            </a:gsLst>
            <a:lin ang="21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pic>
        <p:nvPicPr>
          <p:cNvPr id="7" name="Picture 6">
            <a:extLst>
              <a:ext uri="{FF2B5EF4-FFF2-40B4-BE49-F238E27FC236}">
                <a16:creationId xmlns:a16="http://schemas.microsoft.com/office/drawing/2014/main" id="{E8ECD0E0-FD7D-D43C-8EB2-FD7AA73C104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4459" y="164290"/>
            <a:ext cx="290883" cy="396658"/>
          </a:xfrm>
          <a:prstGeom prst="rect">
            <a:avLst/>
          </a:prstGeom>
        </p:spPr>
      </p:pic>
      <p:sp>
        <p:nvSpPr>
          <p:cNvPr id="12" name="Text Placeholder 25">
            <a:extLst>
              <a:ext uri="{FF2B5EF4-FFF2-40B4-BE49-F238E27FC236}">
                <a16:creationId xmlns:a16="http://schemas.microsoft.com/office/drawing/2014/main" id="{85253CC4-DA52-80AE-7BBF-E30A36267885}"/>
              </a:ext>
            </a:extLst>
          </p:cNvPr>
          <p:cNvSpPr>
            <a:spLocks noGrp="1"/>
          </p:cNvSpPr>
          <p:nvPr>
            <p:ph type="body" sz="quarter" idx="10"/>
          </p:nvPr>
        </p:nvSpPr>
        <p:spPr>
          <a:xfrm>
            <a:off x="6803352" y="1418042"/>
            <a:ext cx="4424381" cy="1444164"/>
          </a:xfrm>
          <a:prstGeom prst="rect">
            <a:avLst/>
          </a:prstGeom>
        </p:spPr>
        <p:txBody>
          <a:bodyPr lIns="45720"/>
          <a:lstStyle>
            <a:lvl1pPr marL="0" indent="0">
              <a:lnSpc>
                <a:spcPct val="100000"/>
              </a:lnSpc>
              <a:buNone/>
              <a:defRPr sz="3600" b="1" i="0">
                <a:solidFill>
                  <a:schemeClr val="accent2"/>
                </a:solidFill>
                <a:latin typeface="+mj-lt"/>
              </a:defRPr>
            </a:lvl1pPr>
          </a:lstStyle>
          <a:p>
            <a:r>
              <a:rPr lang="en-US" dirty="0"/>
              <a:t>Click to edit Master text styles</a:t>
            </a:r>
          </a:p>
        </p:txBody>
      </p:sp>
      <p:sp>
        <p:nvSpPr>
          <p:cNvPr id="13" name="Text Placeholder 25">
            <a:extLst>
              <a:ext uri="{FF2B5EF4-FFF2-40B4-BE49-F238E27FC236}">
                <a16:creationId xmlns:a16="http://schemas.microsoft.com/office/drawing/2014/main" id="{60FDFD23-2396-FE80-9BEF-0EB4643D6903}"/>
              </a:ext>
            </a:extLst>
          </p:cNvPr>
          <p:cNvSpPr>
            <a:spLocks noGrp="1"/>
          </p:cNvSpPr>
          <p:nvPr>
            <p:ph type="body" sz="quarter" idx="11" hasCustomPrompt="1"/>
          </p:nvPr>
        </p:nvSpPr>
        <p:spPr>
          <a:xfrm>
            <a:off x="6803352" y="2951875"/>
            <a:ext cx="4424381" cy="1444164"/>
          </a:xfrm>
          <a:prstGeom prst="rect">
            <a:avLst/>
          </a:prstGeom>
        </p:spPr>
        <p:txBody>
          <a:bodyPr/>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3" name="Title 1">
            <a:extLst>
              <a:ext uri="{FF2B5EF4-FFF2-40B4-BE49-F238E27FC236}">
                <a16:creationId xmlns:a16="http://schemas.microsoft.com/office/drawing/2014/main" id="{96D7CBB1-D1ED-21D2-DC32-B27AABAA15A4}"/>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chemeClr val="tx1"/>
                </a:solidFill>
                <a:latin typeface="Gelion Semi Bold" pitchFamily="2" charset="77"/>
                <a:ea typeface="Poppins"/>
                <a:cs typeface="Poppins"/>
                <a:sym typeface="Poppins"/>
              </a:rPr>
              <a:t>For People, By People</a:t>
            </a:r>
            <a:endParaRPr lang="en-US" sz="1400" b="1" i="0" spc="0" dirty="0">
              <a:solidFill>
                <a:schemeClr val="tx1"/>
              </a:solidFill>
              <a:latin typeface="Gelion Semi Bold" pitchFamily="2" charset="77"/>
            </a:endParaRPr>
          </a:p>
        </p:txBody>
      </p:sp>
      <p:sp>
        <p:nvSpPr>
          <p:cNvPr id="2" name="TextBox 1">
            <a:extLst>
              <a:ext uri="{FF2B5EF4-FFF2-40B4-BE49-F238E27FC236}">
                <a16:creationId xmlns:a16="http://schemas.microsoft.com/office/drawing/2014/main" id="{7B3749AF-2C6D-1A6C-46DE-62CEE7A17294}"/>
              </a:ext>
            </a:extLst>
          </p:cNvPr>
          <p:cNvSpPr txBox="1"/>
          <p:nvPr userDrawn="1"/>
        </p:nvSpPr>
        <p:spPr>
          <a:xfrm>
            <a:off x="475342" y="6417119"/>
            <a:ext cx="3590089" cy="320601"/>
          </a:xfrm>
          <a:prstGeom prst="rect">
            <a:avLst/>
          </a:prstGeom>
          <a:noFill/>
        </p:spPr>
        <p:txBody>
          <a:bodyPr wrap="square" lIns="0" rIns="0">
            <a:spAutoFit/>
          </a:bodyPr>
          <a:lstStyle/>
          <a:p>
            <a:pPr marL="3175" algn="l">
              <a:lnSpc>
                <a:spcPct val="100000"/>
              </a:lnSpc>
              <a:spcAft>
                <a:spcPts val="100"/>
              </a:spcAft>
            </a:pPr>
            <a:r>
              <a:rPr lang="en-US" sz="700" kern="100" dirty="0">
                <a:solidFill>
                  <a:schemeClr val="bg2"/>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p>
          <a:p>
            <a:pPr marL="3175" algn="l">
              <a:lnSpc>
                <a:spcPct val="100000"/>
              </a:lnSpc>
              <a:spcAft>
                <a:spcPts val="100"/>
              </a:spcAft>
            </a:pPr>
            <a:r>
              <a:rPr lang="en-US" sz="700" kern="100" dirty="0">
                <a:solidFill>
                  <a:schemeClr val="bg2"/>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solidFill>
              <a:effectLst/>
              <a:latin typeface="Gelion" pitchFamily="2" charset="77"/>
              <a:ea typeface="DengXian" panose="02010600030101010101" pitchFamily="2" charset="-122"/>
              <a:cs typeface="Arial" panose="020B0604020202020204" pitchFamily="34" charset="0"/>
            </a:endParaRPr>
          </a:p>
        </p:txBody>
      </p:sp>
      <p:sp>
        <p:nvSpPr>
          <p:cNvPr id="4" name="TextBox 3">
            <a:extLst>
              <a:ext uri="{FF2B5EF4-FFF2-40B4-BE49-F238E27FC236}">
                <a16:creationId xmlns:a16="http://schemas.microsoft.com/office/drawing/2014/main" id="{6158C87B-40FC-3C4D-E485-936504C4F9A9}"/>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2"/>
                </a:solidFill>
                <a:latin typeface="+mj-lt"/>
                <a:ea typeface="Roboto Condensed" panose="02000000000000000000" pitchFamily="2" charset="0"/>
                <a:cs typeface="Segoe UI" panose="020B0502040204020203" pitchFamily="34" charset="0"/>
              </a:rPr>
              <a:pPr algn="ctr"/>
              <a:t>‹#›</a:t>
            </a:fld>
            <a:endParaRPr lang="id-ID" sz="2400" b="1" dirty="0">
              <a:solidFill>
                <a:schemeClr val="bg2"/>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39672352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3_Master_Content_06">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EEC44D9E-0B02-256F-DFDE-4F2D412C0114}"/>
              </a:ext>
            </a:extLst>
          </p:cNvPr>
          <p:cNvSpPr/>
          <p:nvPr userDrawn="1"/>
        </p:nvSpPr>
        <p:spPr>
          <a:xfrm rot="10800000" flipV="1">
            <a:off x="0" y="833718"/>
            <a:ext cx="6628326" cy="6024282"/>
          </a:xfrm>
          <a:custGeom>
            <a:avLst/>
            <a:gdLst>
              <a:gd name="connsiteX0" fmla="*/ 13806486 w 13897517"/>
              <a:gd name="connsiteY0" fmla="*/ 5850144 h 6976518"/>
              <a:gd name="connsiteX1" fmla="*/ 13839876 w 13897517"/>
              <a:gd name="connsiteY1" fmla="*/ 6054653 h 6976518"/>
              <a:gd name="connsiteX2" fmla="*/ 13897462 w 13897517"/>
              <a:gd name="connsiteY2" fmla="*/ 6976518 h 6976518"/>
              <a:gd name="connsiteX3" fmla="*/ 13806486 w 13897517"/>
              <a:gd name="connsiteY3" fmla="*/ 6976155 h 6976518"/>
              <a:gd name="connsiteX4" fmla="*/ 6962638 w 13897517"/>
              <a:gd name="connsiteY4" fmla="*/ 14 h 6976518"/>
              <a:gd name="connsiteX5" fmla="*/ 7412811 w 13897517"/>
              <a:gd name="connsiteY5" fmla="*/ 15496 h 6976518"/>
              <a:gd name="connsiteX6" fmla="*/ 7648574 w 13897517"/>
              <a:gd name="connsiteY6" fmla="*/ 38956 h 6976518"/>
              <a:gd name="connsiteX7" fmla="*/ 7648574 w 13897517"/>
              <a:gd name="connsiteY7" fmla="*/ 6951554 h 6976518"/>
              <a:gd name="connsiteX8" fmla="*/ 6948757 w 13897517"/>
              <a:gd name="connsiteY8" fmla="*/ 6948758 h 6976518"/>
              <a:gd name="connsiteX9" fmla="*/ 0 w 13897517"/>
              <a:gd name="connsiteY9" fmla="*/ 6948758 h 6976518"/>
              <a:gd name="connsiteX10" fmla="*/ 3482395 w 13897517"/>
              <a:gd name="connsiteY10" fmla="*/ 926336 h 6976518"/>
              <a:gd name="connsiteX11" fmla="*/ 6962638 w 13897517"/>
              <a:gd name="connsiteY11" fmla="*/ 14 h 6976518"/>
              <a:gd name="connsiteX0" fmla="*/ 11312071 w 13897517"/>
              <a:gd name="connsiteY0" fmla="*/ 4474436 h 6976518"/>
              <a:gd name="connsiteX1" fmla="*/ 13839876 w 13897517"/>
              <a:gd name="connsiteY1" fmla="*/ 6054653 h 6976518"/>
              <a:gd name="connsiteX2" fmla="*/ 13897462 w 13897517"/>
              <a:gd name="connsiteY2" fmla="*/ 6976518 h 6976518"/>
              <a:gd name="connsiteX3" fmla="*/ 13806486 w 13897517"/>
              <a:gd name="connsiteY3" fmla="*/ 6976155 h 6976518"/>
              <a:gd name="connsiteX4" fmla="*/ 11312071 w 13897517"/>
              <a:gd name="connsiteY4" fmla="*/ 4474436 h 6976518"/>
              <a:gd name="connsiteX5" fmla="*/ 6962638 w 13897517"/>
              <a:gd name="connsiteY5" fmla="*/ 14 h 6976518"/>
              <a:gd name="connsiteX6" fmla="*/ 7412811 w 13897517"/>
              <a:gd name="connsiteY6" fmla="*/ 15496 h 6976518"/>
              <a:gd name="connsiteX7" fmla="*/ 7648574 w 13897517"/>
              <a:gd name="connsiteY7" fmla="*/ 38956 h 6976518"/>
              <a:gd name="connsiteX8" fmla="*/ 7648574 w 13897517"/>
              <a:gd name="connsiteY8" fmla="*/ 6951554 h 6976518"/>
              <a:gd name="connsiteX9" fmla="*/ 6948757 w 13897517"/>
              <a:gd name="connsiteY9" fmla="*/ 6948758 h 6976518"/>
              <a:gd name="connsiteX10" fmla="*/ 0 w 13897517"/>
              <a:gd name="connsiteY10" fmla="*/ 6948758 h 6976518"/>
              <a:gd name="connsiteX11" fmla="*/ 3482395 w 13897517"/>
              <a:gd name="connsiteY11" fmla="*/ 926336 h 6976518"/>
              <a:gd name="connsiteX12" fmla="*/ 6962638 w 13897517"/>
              <a:gd name="connsiteY12" fmla="*/ 14 h 6976518"/>
              <a:gd name="connsiteX0" fmla="*/ 13806486 w 13897517"/>
              <a:gd name="connsiteY0" fmla="*/ 6976155 h 6976518"/>
              <a:gd name="connsiteX1" fmla="*/ 13839876 w 13897517"/>
              <a:gd name="connsiteY1" fmla="*/ 6054653 h 6976518"/>
              <a:gd name="connsiteX2" fmla="*/ 13897462 w 13897517"/>
              <a:gd name="connsiteY2" fmla="*/ 6976518 h 6976518"/>
              <a:gd name="connsiteX3" fmla="*/ 13806486 w 13897517"/>
              <a:gd name="connsiteY3" fmla="*/ 6976155 h 6976518"/>
              <a:gd name="connsiteX4" fmla="*/ 6962638 w 13897517"/>
              <a:gd name="connsiteY4" fmla="*/ 14 h 6976518"/>
              <a:gd name="connsiteX5" fmla="*/ 7412811 w 13897517"/>
              <a:gd name="connsiteY5" fmla="*/ 15496 h 6976518"/>
              <a:gd name="connsiteX6" fmla="*/ 7648574 w 13897517"/>
              <a:gd name="connsiteY6" fmla="*/ 38956 h 6976518"/>
              <a:gd name="connsiteX7" fmla="*/ 7648574 w 13897517"/>
              <a:gd name="connsiteY7" fmla="*/ 6951554 h 6976518"/>
              <a:gd name="connsiteX8" fmla="*/ 6948757 w 13897517"/>
              <a:gd name="connsiteY8" fmla="*/ 6948758 h 6976518"/>
              <a:gd name="connsiteX9" fmla="*/ 0 w 13897517"/>
              <a:gd name="connsiteY9" fmla="*/ 6948758 h 6976518"/>
              <a:gd name="connsiteX10" fmla="*/ 3482395 w 13897517"/>
              <a:gd name="connsiteY10" fmla="*/ 926336 h 6976518"/>
              <a:gd name="connsiteX11" fmla="*/ 6962638 w 13897517"/>
              <a:gd name="connsiteY11" fmla="*/ 14 h 6976518"/>
              <a:gd name="connsiteX0" fmla="*/ 13897462 w 13897517"/>
              <a:gd name="connsiteY0" fmla="*/ 6976518 h 6976518"/>
              <a:gd name="connsiteX1" fmla="*/ 13839876 w 13897517"/>
              <a:gd name="connsiteY1" fmla="*/ 6054653 h 6976518"/>
              <a:gd name="connsiteX2" fmla="*/ 13897462 w 13897517"/>
              <a:gd name="connsiteY2" fmla="*/ 6976518 h 6976518"/>
              <a:gd name="connsiteX3" fmla="*/ 6962638 w 13897517"/>
              <a:gd name="connsiteY3" fmla="*/ 14 h 6976518"/>
              <a:gd name="connsiteX4" fmla="*/ 7412811 w 13897517"/>
              <a:gd name="connsiteY4" fmla="*/ 15496 h 6976518"/>
              <a:gd name="connsiteX5" fmla="*/ 7648574 w 13897517"/>
              <a:gd name="connsiteY5" fmla="*/ 38956 h 6976518"/>
              <a:gd name="connsiteX6" fmla="*/ 7648574 w 13897517"/>
              <a:gd name="connsiteY6" fmla="*/ 6951554 h 6976518"/>
              <a:gd name="connsiteX7" fmla="*/ 6948757 w 13897517"/>
              <a:gd name="connsiteY7" fmla="*/ 6948758 h 6976518"/>
              <a:gd name="connsiteX8" fmla="*/ 0 w 13897517"/>
              <a:gd name="connsiteY8" fmla="*/ 6948758 h 6976518"/>
              <a:gd name="connsiteX9" fmla="*/ 3482395 w 13897517"/>
              <a:gd name="connsiteY9" fmla="*/ 926336 h 6976518"/>
              <a:gd name="connsiteX10" fmla="*/ 6962638 w 13897517"/>
              <a:gd name="connsiteY10" fmla="*/ 14 h 6976518"/>
              <a:gd name="connsiteX0" fmla="*/ 6962638 w 7648574"/>
              <a:gd name="connsiteY0" fmla="*/ 14 h 6951554"/>
              <a:gd name="connsiteX1" fmla="*/ 7412811 w 7648574"/>
              <a:gd name="connsiteY1" fmla="*/ 15496 h 6951554"/>
              <a:gd name="connsiteX2" fmla="*/ 7648574 w 7648574"/>
              <a:gd name="connsiteY2" fmla="*/ 38956 h 6951554"/>
              <a:gd name="connsiteX3" fmla="*/ 7648574 w 7648574"/>
              <a:gd name="connsiteY3" fmla="*/ 6951554 h 6951554"/>
              <a:gd name="connsiteX4" fmla="*/ 6948757 w 7648574"/>
              <a:gd name="connsiteY4" fmla="*/ 6948758 h 6951554"/>
              <a:gd name="connsiteX5" fmla="*/ 0 w 7648574"/>
              <a:gd name="connsiteY5" fmla="*/ 6948758 h 6951554"/>
              <a:gd name="connsiteX6" fmla="*/ 3482395 w 7648574"/>
              <a:gd name="connsiteY6" fmla="*/ 926336 h 6951554"/>
              <a:gd name="connsiteX7" fmla="*/ 6962638 w 7648574"/>
              <a:gd name="connsiteY7" fmla="*/ 14 h 6951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48574" h="6951554">
                <a:moveTo>
                  <a:pt x="6962638" y="14"/>
                </a:moveTo>
                <a:cubicBezTo>
                  <a:pt x="7112787" y="314"/>
                  <a:pt x="7262926" y="5475"/>
                  <a:pt x="7412811" y="15496"/>
                </a:cubicBezTo>
                <a:lnTo>
                  <a:pt x="7648574" y="38956"/>
                </a:lnTo>
                <a:lnTo>
                  <a:pt x="7648574" y="6951554"/>
                </a:lnTo>
                <a:lnTo>
                  <a:pt x="6948757" y="6948758"/>
                </a:lnTo>
                <a:lnTo>
                  <a:pt x="0" y="6948758"/>
                </a:lnTo>
                <a:cubicBezTo>
                  <a:pt x="0" y="4462900"/>
                  <a:pt x="1327925" y="2166397"/>
                  <a:pt x="3482395" y="926336"/>
                </a:cubicBezTo>
                <a:cubicBezTo>
                  <a:pt x="4559630" y="306306"/>
                  <a:pt x="5761445" y="-2385"/>
                  <a:pt x="6962638" y="14"/>
                </a:cubicBezTo>
                <a:close/>
              </a:path>
            </a:pathLst>
          </a:custGeom>
          <a:gradFill flip="none" rotWithShape="1">
            <a:gsLst>
              <a:gs pos="84000">
                <a:schemeClr val="accent2"/>
              </a:gs>
              <a:gs pos="0">
                <a:schemeClr val="accent4"/>
              </a:gs>
            </a:gsLst>
            <a:lin ang="21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pic>
        <p:nvPicPr>
          <p:cNvPr id="7" name="Picture 6">
            <a:extLst>
              <a:ext uri="{FF2B5EF4-FFF2-40B4-BE49-F238E27FC236}">
                <a16:creationId xmlns:a16="http://schemas.microsoft.com/office/drawing/2014/main" id="{E8ECD0E0-FD7D-D43C-8EB2-FD7AA73C104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4459" y="164290"/>
            <a:ext cx="290883" cy="396658"/>
          </a:xfrm>
          <a:prstGeom prst="rect">
            <a:avLst/>
          </a:prstGeom>
        </p:spPr>
      </p:pic>
      <p:sp>
        <p:nvSpPr>
          <p:cNvPr id="12" name="Text Placeholder 25">
            <a:extLst>
              <a:ext uri="{FF2B5EF4-FFF2-40B4-BE49-F238E27FC236}">
                <a16:creationId xmlns:a16="http://schemas.microsoft.com/office/drawing/2014/main" id="{85253CC4-DA52-80AE-7BBF-E30A36267885}"/>
              </a:ext>
            </a:extLst>
          </p:cNvPr>
          <p:cNvSpPr>
            <a:spLocks noGrp="1"/>
          </p:cNvSpPr>
          <p:nvPr>
            <p:ph type="body" sz="quarter" idx="10"/>
          </p:nvPr>
        </p:nvSpPr>
        <p:spPr>
          <a:xfrm>
            <a:off x="6803352" y="1418042"/>
            <a:ext cx="4424381" cy="1444164"/>
          </a:xfrm>
          <a:prstGeom prst="rect">
            <a:avLst/>
          </a:prstGeom>
        </p:spPr>
        <p:txBody>
          <a:bodyPr lIns="45720"/>
          <a:lstStyle>
            <a:lvl1pPr marL="0" indent="0">
              <a:lnSpc>
                <a:spcPct val="100000"/>
              </a:lnSpc>
              <a:buNone/>
              <a:defRPr sz="3600" b="1" i="0">
                <a:solidFill>
                  <a:schemeClr val="accent3"/>
                </a:solidFill>
                <a:latin typeface="+mj-lt"/>
              </a:defRPr>
            </a:lvl1pPr>
          </a:lstStyle>
          <a:p>
            <a:r>
              <a:rPr lang="en-US" dirty="0"/>
              <a:t>Click to edit Master text styles</a:t>
            </a:r>
          </a:p>
        </p:txBody>
      </p:sp>
      <p:sp>
        <p:nvSpPr>
          <p:cNvPr id="13" name="Text Placeholder 25">
            <a:extLst>
              <a:ext uri="{FF2B5EF4-FFF2-40B4-BE49-F238E27FC236}">
                <a16:creationId xmlns:a16="http://schemas.microsoft.com/office/drawing/2014/main" id="{60FDFD23-2396-FE80-9BEF-0EB4643D6903}"/>
              </a:ext>
            </a:extLst>
          </p:cNvPr>
          <p:cNvSpPr>
            <a:spLocks noGrp="1"/>
          </p:cNvSpPr>
          <p:nvPr>
            <p:ph type="body" sz="quarter" idx="11" hasCustomPrompt="1"/>
          </p:nvPr>
        </p:nvSpPr>
        <p:spPr>
          <a:xfrm>
            <a:off x="6803352" y="2951875"/>
            <a:ext cx="4424381" cy="1444164"/>
          </a:xfrm>
          <a:prstGeom prst="rect">
            <a:avLst/>
          </a:prstGeom>
        </p:spPr>
        <p:txBody>
          <a:bodyPr/>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3" name="Title 1">
            <a:extLst>
              <a:ext uri="{FF2B5EF4-FFF2-40B4-BE49-F238E27FC236}">
                <a16:creationId xmlns:a16="http://schemas.microsoft.com/office/drawing/2014/main" id="{96D7CBB1-D1ED-21D2-DC32-B27AABAA15A4}"/>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chemeClr val="tx1"/>
                </a:solidFill>
                <a:latin typeface="Gelion Semi Bold" pitchFamily="2" charset="77"/>
                <a:ea typeface="Poppins"/>
                <a:cs typeface="Poppins"/>
                <a:sym typeface="Poppins"/>
              </a:rPr>
              <a:t>For People, By People</a:t>
            </a:r>
            <a:endParaRPr lang="en-US" sz="1400" b="1" i="0" spc="0" dirty="0">
              <a:solidFill>
                <a:schemeClr val="tx1"/>
              </a:solidFill>
              <a:latin typeface="Gelion Semi Bold" pitchFamily="2" charset="77"/>
            </a:endParaRPr>
          </a:p>
        </p:txBody>
      </p:sp>
      <p:sp>
        <p:nvSpPr>
          <p:cNvPr id="2" name="TextBox 1">
            <a:extLst>
              <a:ext uri="{FF2B5EF4-FFF2-40B4-BE49-F238E27FC236}">
                <a16:creationId xmlns:a16="http://schemas.microsoft.com/office/drawing/2014/main" id="{EA99EEF1-95CE-2236-1B7C-DB5490A2766D}"/>
              </a:ext>
            </a:extLst>
          </p:cNvPr>
          <p:cNvSpPr txBox="1"/>
          <p:nvPr userDrawn="1"/>
        </p:nvSpPr>
        <p:spPr>
          <a:xfrm>
            <a:off x="475342" y="6417119"/>
            <a:ext cx="3590089" cy="320601"/>
          </a:xfrm>
          <a:prstGeom prst="rect">
            <a:avLst/>
          </a:prstGeom>
          <a:noFill/>
        </p:spPr>
        <p:txBody>
          <a:bodyPr wrap="square" lIns="0" rIns="0">
            <a:spAutoFit/>
          </a:bodyPr>
          <a:lstStyle/>
          <a:p>
            <a:pPr marL="3175" algn="l">
              <a:lnSpc>
                <a:spcPct val="100000"/>
              </a:lnSpc>
              <a:spcAft>
                <a:spcPts val="100"/>
              </a:spcAft>
            </a:pPr>
            <a:r>
              <a:rPr lang="en-US" sz="700" kern="100" dirty="0">
                <a:solidFill>
                  <a:schemeClr val="bg2"/>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p>
          <a:p>
            <a:pPr marL="3175" algn="l">
              <a:lnSpc>
                <a:spcPct val="100000"/>
              </a:lnSpc>
              <a:spcAft>
                <a:spcPts val="100"/>
              </a:spcAft>
            </a:pPr>
            <a:r>
              <a:rPr lang="en-US" sz="700" kern="100" dirty="0">
                <a:solidFill>
                  <a:schemeClr val="bg2"/>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solidFill>
              <a:effectLst/>
              <a:latin typeface="Gelion" pitchFamily="2" charset="77"/>
              <a:ea typeface="DengXian" panose="02010600030101010101" pitchFamily="2" charset="-122"/>
              <a:cs typeface="Arial" panose="020B0604020202020204" pitchFamily="34" charset="0"/>
            </a:endParaRPr>
          </a:p>
        </p:txBody>
      </p:sp>
      <p:sp>
        <p:nvSpPr>
          <p:cNvPr id="4" name="TextBox 3">
            <a:extLst>
              <a:ext uri="{FF2B5EF4-FFF2-40B4-BE49-F238E27FC236}">
                <a16:creationId xmlns:a16="http://schemas.microsoft.com/office/drawing/2014/main" id="{003E231D-3957-F4D9-6248-373C29B7A518}"/>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2"/>
                </a:solidFill>
                <a:latin typeface="+mj-lt"/>
                <a:ea typeface="Roboto Condensed" panose="02000000000000000000" pitchFamily="2" charset="0"/>
                <a:cs typeface="Segoe UI" panose="020B0502040204020203" pitchFamily="34" charset="0"/>
              </a:rPr>
              <a:pPr algn="ctr"/>
              <a:t>‹#›</a:t>
            </a:fld>
            <a:endParaRPr lang="id-ID" sz="2400" b="1" dirty="0">
              <a:solidFill>
                <a:schemeClr val="bg2"/>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15129772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Master_Content_09">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8ECD0E0-FD7D-D43C-8EB2-FD7AA73C104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4459" y="164290"/>
            <a:ext cx="290883" cy="396658"/>
          </a:xfrm>
          <a:prstGeom prst="rect">
            <a:avLst/>
          </a:prstGeom>
        </p:spPr>
      </p:pic>
      <p:sp>
        <p:nvSpPr>
          <p:cNvPr id="5" name="Title 1">
            <a:extLst>
              <a:ext uri="{FF2B5EF4-FFF2-40B4-BE49-F238E27FC236}">
                <a16:creationId xmlns:a16="http://schemas.microsoft.com/office/drawing/2014/main" id="{CF117F9A-C475-08CE-7D37-B52749796AC3}"/>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rgbClr val="160629"/>
                </a:solidFill>
                <a:latin typeface="Gelion Semi Bold" pitchFamily="2" charset="77"/>
                <a:ea typeface="Poppins"/>
                <a:cs typeface="Poppins"/>
                <a:sym typeface="Poppins"/>
              </a:rPr>
              <a:t>For People, By People</a:t>
            </a:r>
            <a:endParaRPr lang="en-US" sz="1400" b="1" i="0" spc="0" dirty="0">
              <a:latin typeface="Gelion Semi Bold" pitchFamily="2" charset="77"/>
            </a:endParaRPr>
          </a:p>
        </p:txBody>
      </p:sp>
      <p:grpSp>
        <p:nvGrpSpPr>
          <p:cNvPr id="2" name="Group 1">
            <a:extLst>
              <a:ext uri="{FF2B5EF4-FFF2-40B4-BE49-F238E27FC236}">
                <a16:creationId xmlns:a16="http://schemas.microsoft.com/office/drawing/2014/main" id="{3073E550-9D58-BAB1-605F-67A9ABCEF2F0}"/>
              </a:ext>
            </a:extLst>
          </p:cNvPr>
          <p:cNvGrpSpPr>
            <a:grpSpLocks noChangeAspect="1"/>
          </p:cNvGrpSpPr>
          <p:nvPr userDrawn="1"/>
        </p:nvGrpSpPr>
        <p:grpSpPr>
          <a:xfrm>
            <a:off x="11464290" y="6595224"/>
            <a:ext cx="346710" cy="92438"/>
            <a:chOff x="102243" y="472557"/>
            <a:chExt cx="205526" cy="54796"/>
          </a:xfrm>
        </p:grpSpPr>
        <p:sp>
          <p:nvSpPr>
            <p:cNvPr id="3" name="Freeform: Shape 90">
              <a:extLst>
                <a:ext uri="{FF2B5EF4-FFF2-40B4-BE49-F238E27FC236}">
                  <a16:creationId xmlns:a16="http://schemas.microsoft.com/office/drawing/2014/main" id="{1DBA0DD9-77F9-2F6C-7F1B-B5E48993D650}"/>
                </a:ext>
              </a:extLst>
            </p:cNvPr>
            <p:cNvSpPr/>
            <p:nvPr/>
          </p:nvSpPr>
          <p:spPr>
            <a:xfrm>
              <a:off x="177575" y="472557"/>
              <a:ext cx="54862" cy="54796"/>
            </a:xfrm>
            <a:custGeom>
              <a:avLst/>
              <a:gdLst>
                <a:gd name="connsiteX0" fmla="*/ 363194 w 726387"/>
                <a:gd name="connsiteY0" fmla="*/ 0 h 725516"/>
                <a:gd name="connsiteX1" fmla="*/ 726387 w 726387"/>
                <a:gd name="connsiteY1" fmla="*/ 362323 h 725516"/>
                <a:gd name="connsiteX2" fmla="*/ 363194 w 726387"/>
                <a:gd name="connsiteY2" fmla="*/ 725516 h 725516"/>
                <a:gd name="connsiteX3" fmla="*/ 0 w 726387"/>
                <a:gd name="connsiteY3" fmla="*/ 362323 h 725516"/>
                <a:gd name="connsiteX4" fmla="*/ 363194 w 726387"/>
                <a:gd name="connsiteY4" fmla="*/ 0 h 72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6387" h="725516">
                  <a:moveTo>
                    <a:pt x="363194" y="0"/>
                  </a:moveTo>
                  <a:cubicBezTo>
                    <a:pt x="563516" y="0"/>
                    <a:pt x="726387" y="162000"/>
                    <a:pt x="726387" y="362323"/>
                  </a:cubicBezTo>
                  <a:cubicBezTo>
                    <a:pt x="726387" y="563516"/>
                    <a:pt x="563516" y="725516"/>
                    <a:pt x="363194" y="725516"/>
                  </a:cubicBezTo>
                  <a:cubicBezTo>
                    <a:pt x="162871" y="725516"/>
                    <a:pt x="0" y="563516"/>
                    <a:pt x="0" y="362323"/>
                  </a:cubicBezTo>
                  <a:cubicBezTo>
                    <a:pt x="0" y="162000"/>
                    <a:pt x="162871" y="0"/>
                    <a:pt x="363194" y="0"/>
                  </a:cubicBezTo>
                  <a:close/>
                </a:path>
              </a:pathLst>
            </a:custGeom>
            <a:solidFill>
              <a:schemeClr val="accent2"/>
            </a:solidFill>
            <a:ln w="871" cap="flat">
              <a:noFill/>
              <a:prstDash val="solid"/>
              <a:miter/>
            </a:ln>
          </p:spPr>
          <p:txBody>
            <a:bodyPr rtlCol="0" anchor="ctr"/>
            <a:lstStyle/>
            <a:p>
              <a:endParaRPr lang="en-US" dirty="0">
                <a:latin typeface="Arial" panose="020B0604020202020204" pitchFamily="34" charset="0"/>
              </a:endParaRPr>
            </a:p>
          </p:txBody>
        </p:sp>
        <p:grpSp>
          <p:nvGrpSpPr>
            <p:cNvPr id="8" name="Graphic 6">
              <a:extLst>
                <a:ext uri="{FF2B5EF4-FFF2-40B4-BE49-F238E27FC236}">
                  <a16:creationId xmlns:a16="http://schemas.microsoft.com/office/drawing/2014/main" id="{9AAA5187-A91C-951B-EB2A-2BB5C734A7B5}"/>
                </a:ext>
              </a:extLst>
            </p:cNvPr>
            <p:cNvGrpSpPr/>
            <p:nvPr/>
          </p:nvGrpSpPr>
          <p:grpSpPr>
            <a:xfrm>
              <a:off x="102243" y="472557"/>
              <a:ext cx="205526" cy="54796"/>
              <a:chOff x="4810159" y="1371774"/>
              <a:chExt cx="2721195" cy="725516"/>
            </a:xfrm>
          </p:grpSpPr>
          <p:sp>
            <p:nvSpPr>
              <p:cNvPr id="9" name="Freeform: Shape 92">
                <a:extLst>
                  <a:ext uri="{FF2B5EF4-FFF2-40B4-BE49-F238E27FC236}">
                    <a16:creationId xmlns:a16="http://schemas.microsoft.com/office/drawing/2014/main" id="{A9220393-A456-7B3D-1F22-1A9A4A998AE9}"/>
                  </a:ext>
                </a:extLst>
              </p:cNvPr>
              <p:cNvSpPr/>
              <p:nvPr/>
            </p:nvSpPr>
            <p:spPr>
              <a:xfrm>
                <a:off x="4810159" y="1371774"/>
                <a:ext cx="725518" cy="725516"/>
              </a:xfrm>
              <a:custGeom>
                <a:avLst/>
                <a:gdLst>
                  <a:gd name="connsiteX0" fmla="*/ 363194 w 725516"/>
                  <a:gd name="connsiteY0" fmla="*/ 0 h 725516"/>
                  <a:gd name="connsiteX1" fmla="*/ 725516 w 725516"/>
                  <a:gd name="connsiteY1" fmla="*/ 362323 h 725516"/>
                  <a:gd name="connsiteX2" fmla="*/ 363194 w 725516"/>
                  <a:gd name="connsiteY2" fmla="*/ 725516 h 725516"/>
                  <a:gd name="connsiteX3" fmla="*/ 0 w 725516"/>
                  <a:gd name="connsiteY3" fmla="*/ 362323 h 725516"/>
                  <a:gd name="connsiteX4" fmla="*/ 363194 w 725516"/>
                  <a:gd name="connsiteY4" fmla="*/ 0 h 72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16" h="725516">
                    <a:moveTo>
                      <a:pt x="363194" y="0"/>
                    </a:moveTo>
                    <a:cubicBezTo>
                      <a:pt x="563516" y="0"/>
                      <a:pt x="725516" y="162000"/>
                      <a:pt x="725516" y="362323"/>
                    </a:cubicBezTo>
                    <a:cubicBezTo>
                      <a:pt x="725516" y="563516"/>
                      <a:pt x="563516" y="725516"/>
                      <a:pt x="363194" y="725516"/>
                    </a:cubicBezTo>
                    <a:cubicBezTo>
                      <a:pt x="162871" y="725516"/>
                      <a:pt x="0" y="563516"/>
                      <a:pt x="0" y="362323"/>
                    </a:cubicBezTo>
                    <a:cubicBezTo>
                      <a:pt x="0" y="162000"/>
                      <a:pt x="162871" y="0"/>
                      <a:pt x="363194" y="0"/>
                    </a:cubicBezTo>
                    <a:close/>
                  </a:path>
                </a:pathLst>
              </a:custGeom>
              <a:solidFill>
                <a:schemeClr val="accent1"/>
              </a:solidFill>
              <a:ln w="871" cap="flat">
                <a:noFill/>
                <a:prstDash val="solid"/>
                <a:miter/>
              </a:ln>
            </p:spPr>
            <p:txBody>
              <a:bodyPr rtlCol="0" anchor="ctr"/>
              <a:lstStyle/>
              <a:p>
                <a:endParaRPr lang="en-US" dirty="0">
                  <a:latin typeface="Arial" panose="020B0604020202020204" pitchFamily="34" charset="0"/>
                </a:endParaRPr>
              </a:p>
            </p:txBody>
          </p:sp>
          <p:sp>
            <p:nvSpPr>
              <p:cNvPr id="12" name="Freeform: Shape 93">
                <a:extLst>
                  <a:ext uri="{FF2B5EF4-FFF2-40B4-BE49-F238E27FC236}">
                    <a16:creationId xmlns:a16="http://schemas.microsoft.com/office/drawing/2014/main" id="{2446451B-611A-0D58-0AC6-72A82231DDAB}"/>
                  </a:ext>
                </a:extLst>
              </p:cNvPr>
              <p:cNvSpPr/>
              <p:nvPr/>
            </p:nvSpPr>
            <p:spPr>
              <a:xfrm>
                <a:off x="6805838" y="1371774"/>
                <a:ext cx="725516" cy="725516"/>
              </a:xfrm>
              <a:custGeom>
                <a:avLst/>
                <a:gdLst>
                  <a:gd name="connsiteX0" fmla="*/ 362323 w 725516"/>
                  <a:gd name="connsiteY0" fmla="*/ 0 h 725516"/>
                  <a:gd name="connsiteX1" fmla="*/ 725516 w 725516"/>
                  <a:gd name="connsiteY1" fmla="*/ 362323 h 725516"/>
                  <a:gd name="connsiteX2" fmla="*/ 362323 w 725516"/>
                  <a:gd name="connsiteY2" fmla="*/ 725516 h 725516"/>
                  <a:gd name="connsiteX3" fmla="*/ 0 w 725516"/>
                  <a:gd name="connsiteY3" fmla="*/ 362323 h 725516"/>
                  <a:gd name="connsiteX4" fmla="*/ 362323 w 725516"/>
                  <a:gd name="connsiteY4" fmla="*/ 0 h 72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16" h="725516">
                    <a:moveTo>
                      <a:pt x="362323" y="0"/>
                    </a:moveTo>
                    <a:cubicBezTo>
                      <a:pt x="562645" y="0"/>
                      <a:pt x="725516" y="162000"/>
                      <a:pt x="725516" y="362323"/>
                    </a:cubicBezTo>
                    <a:cubicBezTo>
                      <a:pt x="725516" y="563516"/>
                      <a:pt x="562645" y="725516"/>
                      <a:pt x="362323" y="725516"/>
                    </a:cubicBezTo>
                    <a:cubicBezTo>
                      <a:pt x="162000" y="725516"/>
                      <a:pt x="0" y="563516"/>
                      <a:pt x="0" y="362323"/>
                    </a:cubicBezTo>
                    <a:cubicBezTo>
                      <a:pt x="0" y="162000"/>
                      <a:pt x="162000" y="0"/>
                      <a:pt x="362323" y="0"/>
                    </a:cubicBezTo>
                    <a:close/>
                  </a:path>
                </a:pathLst>
              </a:custGeom>
              <a:solidFill>
                <a:schemeClr val="accent3"/>
              </a:solidFill>
              <a:ln w="871" cap="flat">
                <a:noFill/>
                <a:prstDash val="solid"/>
                <a:miter/>
              </a:ln>
            </p:spPr>
            <p:txBody>
              <a:bodyPr rtlCol="0" anchor="ctr"/>
              <a:lstStyle/>
              <a:p>
                <a:endParaRPr lang="en-US">
                  <a:latin typeface="Arial" panose="020B0604020202020204" pitchFamily="34" charset="0"/>
                </a:endParaRPr>
              </a:p>
            </p:txBody>
          </p:sp>
        </p:grpSp>
      </p:grpSp>
      <p:pic>
        <p:nvPicPr>
          <p:cNvPr id="13" name="Graphic 12">
            <a:extLst>
              <a:ext uri="{FF2B5EF4-FFF2-40B4-BE49-F238E27FC236}">
                <a16:creationId xmlns:a16="http://schemas.microsoft.com/office/drawing/2014/main" id="{255F7444-515C-7FBE-2EF4-3EB3CBB6006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664641" y="6603477"/>
            <a:ext cx="694237" cy="75932"/>
          </a:xfrm>
          <a:prstGeom prst="rect">
            <a:avLst/>
          </a:prstGeom>
        </p:spPr>
      </p:pic>
      <p:sp>
        <p:nvSpPr>
          <p:cNvPr id="14" name="TextBox 13">
            <a:extLst>
              <a:ext uri="{FF2B5EF4-FFF2-40B4-BE49-F238E27FC236}">
                <a16:creationId xmlns:a16="http://schemas.microsoft.com/office/drawing/2014/main" id="{20DD67D3-FD1B-2D8E-619D-5EFB9EE48CA5}"/>
              </a:ext>
            </a:extLst>
          </p:cNvPr>
          <p:cNvSpPr txBox="1"/>
          <p:nvPr userDrawn="1"/>
        </p:nvSpPr>
        <p:spPr>
          <a:xfrm>
            <a:off x="475342" y="6555659"/>
            <a:ext cx="8604015"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2">
                    <a:lumMod val="50000"/>
                  </a:schemeClr>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endParaRPr>
          </a:p>
        </p:txBody>
      </p:sp>
      <p:sp>
        <p:nvSpPr>
          <p:cNvPr id="18" name="TextBox 17">
            <a:extLst>
              <a:ext uri="{FF2B5EF4-FFF2-40B4-BE49-F238E27FC236}">
                <a16:creationId xmlns:a16="http://schemas.microsoft.com/office/drawing/2014/main" id="{5A5EB880-FCFC-639D-403C-96D464B8E4DB}"/>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2">
                    <a:lumMod val="50000"/>
                  </a:schemeClr>
                </a:solidFill>
                <a:latin typeface="+mj-lt"/>
                <a:ea typeface="Roboto Condensed" panose="02000000000000000000" pitchFamily="2" charset="0"/>
                <a:cs typeface="Segoe UI" panose="020B0502040204020203" pitchFamily="34" charset="0"/>
              </a:rPr>
              <a:pPr algn="ctr"/>
              <a:t>‹#›</a:t>
            </a:fld>
            <a:endParaRPr lang="id-ID" sz="2400" b="1" dirty="0">
              <a:solidFill>
                <a:schemeClr val="bg2">
                  <a:lumMod val="50000"/>
                </a:schemeClr>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359741517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Master_Content_Elevation">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0BA477B8-DB04-D9F4-E3EA-1E6E600B3916}"/>
              </a:ext>
            </a:extLst>
          </p:cNvPr>
          <p:cNvSpPr/>
          <p:nvPr userDrawn="1"/>
        </p:nvSpPr>
        <p:spPr>
          <a:xfrm rot="16200000">
            <a:off x="5520979" y="-3634264"/>
            <a:ext cx="97044" cy="8085978"/>
          </a:xfrm>
          <a:custGeom>
            <a:avLst/>
            <a:gdLst>
              <a:gd name="connsiteX0" fmla="*/ 730 w 84126"/>
              <a:gd name="connsiteY0" fmla="*/ -748 h 7266510"/>
              <a:gd name="connsiteX1" fmla="*/ 84857 w 84126"/>
              <a:gd name="connsiteY1" fmla="*/ -748 h 7266510"/>
              <a:gd name="connsiteX2" fmla="*/ 84857 w 84126"/>
              <a:gd name="connsiteY2" fmla="*/ 7265764 h 7266510"/>
              <a:gd name="connsiteX3" fmla="*/ 730 w 84126"/>
              <a:gd name="connsiteY3" fmla="*/ 7265764 h 7266510"/>
            </a:gdLst>
            <a:ahLst/>
            <a:cxnLst>
              <a:cxn ang="0">
                <a:pos x="connsiteX0" y="connsiteY0"/>
              </a:cxn>
              <a:cxn ang="0">
                <a:pos x="connsiteX1" y="connsiteY1"/>
              </a:cxn>
              <a:cxn ang="0">
                <a:pos x="connsiteX2" y="connsiteY2"/>
              </a:cxn>
              <a:cxn ang="0">
                <a:pos x="connsiteX3" y="connsiteY3"/>
              </a:cxn>
            </a:cxnLst>
            <a:rect l="l" t="t" r="r" b="b"/>
            <a:pathLst>
              <a:path w="84126" h="7266510">
                <a:moveTo>
                  <a:pt x="730" y="-748"/>
                </a:moveTo>
                <a:lnTo>
                  <a:pt x="84857" y="-748"/>
                </a:lnTo>
                <a:lnTo>
                  <a:pt x="84857" y="7265764"/>
                </a:lnTo>
                <a:lnTo>
                  <a:pt x="730" y="7265764"/>
                </a:lnTo>
                <a:close/>
              </a:path>
            </a:pathLst>
          </a:custGeom>
          <a:gradFill flip="none" rotWithShape="1">
            <a:gsLst>
              <a:gs pos="14500">
                <a:srgbClr val="AF2ABF"/>
              </a:gs>
              <a:gs pos="0">
                <a:schemeClr val="accent3">
                  <a:lumMod val="75000"/>
                </a:schemeClr>
              </a:gs>
              <a:gs pos="29000">
                <a:srgbClr val="BA33CA">
                  <a:shade val="67500"/>
                  <a:satMod val="115000"/>
                  <a:alpha val="66000"/>
                </a:srgbClr>
              </a:gs>
              <a:gs pos="100000">
                <a:schemeClr val="bg1">
                  <a:alpha val="0"/>
                </a:schemeClr>
              </a:gs>
            </a:gsLst>
            <a:lin ang="5400000" scaled="0"/>
            <a:tileRect/>
          </a:gradFill>
          <a:ln w="4945" cap="flat">
            <a:noFill/>
            <a:prstDash val="solid"/>
            <a:miter/>
          </a:ln>
        </p:spPr>
        <p:txBody>
          <a:bodyPr rtlCol="0" anchor="ctr"/>
          <a:lstStyle/>
          <a:p>
            <a:endParaRPr lang="en-US"/>
          </a:p>
        </p:txBody>
      </p:sp>
      <p:sp>
        <p:nvSpPr>
          <p:cNvPr id="3" name="Freeform 3">
            <a:extLst>
              <a:ext uri="{FF2B5EF4-FFF2-40B4-BE49-F238E27FC236}">
                <a16:creationId xmlns:a16="http://schemas.microsoft.com/office/drawing/2014/main" id="{F58FC6CE-D3A5-7AEF-C458-E431B40C52BB}"/>
              </a:ext>
            </a:extLst>
          </p:cNvPr>
          <p:cNvSpPr/>
          <p:nvPr userDrawn="1"/>
        </p:nvSpPr>
        <p:spPr>
          <a:xfrm>
            <a:off x="927252" y="91109"/>
            <a:ext cx="671128" cy="635234"/>
          </a:xfrm>
          <a:custGeom>
            <a:avLst/>
            <a:gdLst>
              <a:gd name="connsiteX0" fmla="*/ 524461 w 752124"/>
              <a:gd name="connsiteY0" fmla="*/ 47 h 711899"/>
              <a:gd name="connsiteX1" fmla="*/ 358485 w 752124"/>
              <a:gd name="connsiteY1" fmla="*/ 222320 h 711899"/>
              <a:gd name="connsiteX2" fmla="*/ 342870 w 752124"/>
              <a:gd name="connsiteY2" fmla="*/ 222550 h 711899"/>
              <a:gd name="connsiteX3" fmla="*/ 332811 w 752124"/>
              <a:gd name="connsiteY3" fmla="*/ 210221 h 711899"/>
              <a:gd name="connsiteX4" fmla="*/ 268138 w 752124"/>
              <a:gd name="connsiteY4" fmla="*/ 211222 h 711899"/>
              <a:gd name="connsiteX5" fmla="*/ 268909 w 752124"/>
              <a:gd name="connsiteY5" fmla="*/ 260354 h 711899"/>
              <a:gd name="connsiteX6" fmla="*/ 331411 w 752124"/>
              <a:gd name="connsiteY6" fmla="*/ 259398 h 711899"/>
              <a:gd name="connsiteX7" fmla="*/ 295608 w 752124"/>
              <a:gd name="connsiteY7" fmla="*/ 308423 h 711899"/>
              <a:gd name="connsiteX8" fmla="*/ 71493 w 752124"/>
              <a:gd name="connsiteY8" fmla="*/ 321294 h 711899"/>
              <a:gd name="connsiteX9" fmla="*/ 21 w 752124"/>
              <a:gd name="connsiteY9" fmla="*/ 354552 h 711899"/>
              <a:gd name="connsiteX10" fmla="*/ 67909 w 752124"/>
              <a:gd name="connsiteY10" fmla="*/ 388361 h 711899"/>
              <a:gd name="connsiteX11" fmla="*/ 306667 w 752124"/>
              <a:gd name="connsiteY11" fmla="*/ 392411 h 711899"/>
              <a:gd name="connsiteX12" fmla="*/ 345787 w 752124"/>
              <a:gd name="connsiteY12" fmla="*/ 444863 h 711899"/>
              <a:gd name="connsiteX13" fmla="*/ 271818 w 752124"/>
              <a:gd name="connsiteY13" fmla="*/ 445974 h 711899"/>
              <a:gd name="connsiteX14" fmla="*/ 272590 w 752124"/>
              <a:gd name="connsiteY14" fmla="*/ 495106 h 711899"/>
              <a:gd name="connsiteX15" fmla="*/ 337263 w 752124"/>
              <a:gd name="connsiteY15" fmla="*/ 494103 h 711899"/>
              <a:gd name="connsiteX16" fmla="*/ 346966 w 752124"/>
              <a:gd name="connsiteY16" fmla="*/ 481467 h 711899"/>
              <a:gd name="connsiteX17" fmla="*/ 373005 w 752124"/>
              <a:gd name="connsiteY17" fmla="*/ 481072 h 711899"/>
              <a:gd name="connsiteX18" fmla="*/ 555078 w 752124"/>
              <a:gd name="connsiteY18" fmla="*/ 711892 h 711899"/>
              <a:gd name="connsiteX19" fmla="*/ 589223 w 752124"/>
              <a:gd name="connsiteY19" fmla="*/ 680554 h 711899"/>
              <a:gd name="connsiteX20" fmla="*/ 540722 w 752124"/>
              <a:gd name="connsiteY20" fmla="*/ 569354 h 711899"/>
              <a:gd name="connsiteX21" fmla="*/ 560225 w 752124"/>
              <a:gd name="connsiteY21" fmla="*/ 563553 h 711899"/>
              <a:gd name="connsiteX22" fmla="*/ 535858 w 752124"/>
              <a:gd name="connsiteY22" fmla="*/ 558189 h 711899"/>
              <a:gd name="connsiteX23" fmla="*/ 511536 w 752124"/>
              <a:gd name="connsiteY23" fmla="*/ 502368 h 711899"/>
              <a:gd name="connsiteX24" fmla="*/ 526065 w 752124"/>
              <a:gd name="connsiteY24" fmla="*/ 497087 h 711899"/>
              <a:gd name="connsiteX25" fmla="*/ 507013 w 752124"/>
              <a:gd name="connsiteY25" fmla="*/ 491900 h 711899"/>
              <a:gd name="connsiteX26" fmla="*/ 458931 w 752124"/>
              <a:gd name="connsiteY26" fmla="*/ 381675 h 711899"/>
              <a:gd name="connsiteX27" fmla="*/ 617316 w 752124"/>
              <a:gd name="connsiteY27" fmla="*/ 370215 h 711899"/>
              <a:gd name="connsiteX28" fmla="*/ 713956 w 752124"/>
              <a:gd name="connsiteY28" fmla="*/ 491994 h 711899"/>
              <a:gd name="connsiteX29" fmla="*/ 752124 w 752124"/>
              <a:gd name="connsiteY29" fmla="*/ 484140 h 711899"/>
              <a:gd name="connsiteX30" fmla="*/ 712467 w 752124"/>
              <a:gd name="connsiteY30" fmla="*/ 369546 h 711899"/>
              <a:gd name="connsiteX31" fmla="*/ 675026 w 752124"/>
              <a:gd name="connsiteY31" fmla="*/ 358450 h 711899"/>
              <a:gd name="connsiteX32" fmla="*/ 713951 w 752124"/>
              <a:gd name="connsiteY32" fmla="*/ 346918 h 711899"/>
              <a:gd name="connsiteX33" fmla="*/ 676896 w 752124"/>
              <a:gd name="connsiteY33" fmla="*/ 332368 h 711899"/>
              <a:gd name="connsiteX34" fmla="*/ 708072 w 752124"/>
              <a:gd name="connsiteY34" fmla="*/ 322824 h 711899"/>
              <a:gd name="connsiteX35" fmla="*/ 751050 w 752124"/>
              <a:gd name="connsiteY35" fmla="*/ 212165 h 711899"/>
              <a:gd name="connsiteX36" fmla="*/ 697804 w 752124"/>
              <a:gd name="connsiteY36" fmla="*/ 194661 h 711899"/>
              <a:gd name="connsiteX37" fmla="*/ 612259 w 752124"/>
              <a:gd name="connsiteY37" fmla="*/ 323258 h 711899"/>
              <a:gd name="connsiteX38" fmla="*/ 455766 w 752124"/>
              <a:gd name="connsiteY38" fmla="*/ 311908 h 711899"/>
              <a:gd name="connsiteX39" fmla="*/ 496279 w 752124"/>
              <a:gd name="connsiteY39" fmla="*/ 215721 h 711899"/>
              <a:gd name="connsiteX40" fmla="*/ 521557 w 752124"/>
              <a:gd name="connsiteY40" fmla="*/ 209541 h 711899"/>
              <a:gd name="connsiteX41" fmla="*/ 501080 w 752124"/>
              <a:gd name="connsiteY41" fmla="*/ 204301 h 711899"/>
              <a:gd name="connsiteX42" fmla="*/ 524699 w 752124"/>
              <a:gd name="connsiteY42" fmla="*/ 148306 h 711899"/>
              <a:gd name="connsiteX43" fmla="*/ 525515 w 752124"/>
              <a:gd name="connsiteY43" fmla="*/ 148288 h 711899"/>
              <a:gd name="connsiteX44" fmla="*/ 553697 w 752124"/>
              <a:gd name="connsiteY44" fmla="*/ 142037 h 711899"/>
              <a:gd name="connsiteX45" fmla="*/ 529558 w 752124"/>
              <a:gd name="connsiteY45" fmla="*/ 136700 h 711899"/>
              <a:gd name="connsiteX46" fmla="*/ 573551 w 752124"/>
              <a:gd name="connsiteY46" fmla="*/ 32318 h 711899"/>
              <a:gd name="connsiteX47" fmla="*/ 524580 w 752124"/>
              <a:gd name="connsiteY47" fmla="*/ 22 h 711899"/>
              <a:gd name="connsiteX48" fmla="*/ 524461 w 752124"/>
              <a:gd name="connsiteY48" fmla="*/ 47 h 71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752124" h="711899">
                <a:moveTo>
                  <a:pt x="524461" y="47"/>
                </a:moveTo>
                <a:cubicBezTo>
                  <a:pt x="521260" y="622"/>
                  <a:pt x="430623" y="123719"/>
                  <a:pt x="358485" y="222320"/>
                </a:cubicBezTo>
                <a:cubicBezTo>
                  <a:pt x="349960" y="222445"/>
                  <a:pt x="342870" y="222550"/>
                  <a:pt x="342870" y="222550"/>
                </a:cubicBezTo>
                <a:lnTo>
                  <a:pt x="332811" y="210221"/>
                </a:lnTo>
                <a:lnTo>
                  <a:pt x="268138" y="211222"/>
                </a:lnTo>
                <a:lnTo>
                  <a:pt x="268909" y="260354"/>
                </a:lnTo>
                <a:lnTo>
                  <a:pt x="331411" y="259398"/>
                </a:lnTo>
                <a:cubicBezTo>
                  <a:pt x="317762" y="278058"/>
                  <a:pt x="305541" y="294852"/>
                  <a:pt x="295608" y="308423"/>
                </a:cubicBezTo>
                <a:cubicBezTo>
                  <a:pt x="226708" y="311414"/>
                  <a:pt x="93748" y="317673"/>
                  <a:pt x="71493" y="321294"/>
                </a:cubicBezTo>
                <a:cubicBezTo>
                  <a:pt x="41184" y="326251"/>
                  <a:pt x="-1067" y="344766"/>
                  <a:pt x="21" y="354552"/>
                </a:cubicBezTo>
                <a:cubicBezTo>
                  <a:pt x="1065" y="364370"/>
                  <a:pt x="43562" y="382500"/>
                  <a:pt x="67909" y="388361"/>
                </a:cubicBezTo>
                <a:cubicBezTo>
                  <a:pt x="86394" y="392823"/>
                  <a:pt x="234691" y="392723"/>
                  <a:pt x="306667" y="392411"/>
                </a:cubicBezTo>
                <a:cubicBezTo>
                  <a:pt x="317927" y="407578"/>
                  <a:pt x="331254" y="425456"/>
                  <a:pt x="345787" y="444863"/>
                </a:cubicBezTo>
                <a:lnTo>
                  <a:pt x="271818" y="445974"/>
                </a:lnTo>
                <a:lnTo>
                  <a:pt x="272590" y="495106"/>
                </a:lnTo>
                <a:lnTo>
                  <a:pt x="337263" y="494103"/>
                </a:lnTo>
                <a:lnTo>
                  <a:pt x="346966" y="481467"/>
                </a:lnTo>
                <a:cubicBezTo>
                  <a:pt x="346966" y="481467"/>
                  <a:pt x="360800" y="481252"/>
                  <a:pt x="373005" y="481072"/>
                </a:cubicBezTo>
                <a:cubicBezTo>
                  <a:pt x="451945" y="586252"/>
                  <a:pt x="548670" y="713042"/>
                  <a:pt x="555078" y="711892"/>
                </a:cubicBezTo>
                <a:cubicBezTo>
                  <a:pt x="565995" y="709906"/>
                  <a:pt x="589223" y="680554"/>
                  <a:pt x="589223" y="680554"/>
                </a:cubicBezTo>
                <a:lnTo>
                  <a:pt x="540722" y="569354"/>
                </a:lnTo>
                <a:cubicBezTo>
                  <a:pt x="552084" y="568455"/>
                  <a:pt x="560259" y="566134"/>
                  <a:pt x="560225" y="563553"/>
                </a:cubicBezTo>
                <a:cubicBezTo>
                  <a:pt x="560195" y="560628"/>
                  <a:pt x="549565" y="558346"/>
                  <a:pt x="535858" y="558189"/>
                </a:cubicBezTo>
                <a:lnTo>
                  <a:pt x="511536" y="502368"/>
                </a:lnTo>
                <a:cubicBezTo>
                  <a:pt x="520221" y="501227"/>
                  <a:pt x="526070" y="499280"/>
                  <a:pt x="526065" y="497087"/>
                </a:cubicBezTo>
                <a:cubicBezTo>
                  <a:pt x="526025" y="494580"/>
                  <a:pt x="518038" y="492500"/>
                  <a:pt x="507013" y="491900"/>
                </a:cubicBezTo>
                <a:lnTo>
                  <a:pt x="458931" y="381675"/>
                </a:lnTo>
                <a:lnTo>
                  <a:pt x="617316" y="370215"/>
                </a:lnTo>
                <a:lnTo>
                  <a:pt x="713956" y="491994"/>
                </a:lnTo>
                <a:lnTo>
                  <a:pt x="752124" y="484140"/>
                </a:lnTo>
                <a:lnTo>
                  <a:pt x="712467" y="369546"/>
                </a:lnTo>
                <a:lnTo>
                  <a:pt x="675026" y="358450"/>
                </a:lnTo>
                <a:cubicBezTo>
                  <a:pt x="675026" y="358450"/>
                  <a:pt x="715045" y="356973"/>
                  <a:pt x="713951" y="346918"/>
                </a:cubicBezTo>
                <a:cubicBezTo>
                  <a:pt x="712857" y="336863"/>
                  <a:pt x="676896" y="332368"/>
                  <a:pt x="676896" y="332368"/>
                </a:cubicBezTo>
                <a:lnTo>
                  <a:pt x="708072" y="322824"/>
                </a:lnTo>
                <a:lnTo>
                  <a:pt x="751050" y="212165"/>
                </a:lnTo>
                <a:lnTo>
                  <a:pt x="697804" y="194661"/>
                </a:lnTo>
                <a:lnTo>
                  <a:pt x="612259" y="323258"/>
                </a:lnTo>
                <a:lnTo>
                  <a:pt x="455766" y="311908"/>
                </a:lnTo>
                <a:lnTo>
                  <a:pt x="496279" y="215721"/>
                </a:lnTo>
                <a:cubicBezTo>
                  <a:pt x="510502" y="215207"/>
                  <a:pt x="521611" y="212587"/>
                  <a:pt x="521557" y="209541"/>
                </a:cubicBezTo>
                <a:cubicBezTo>
                  <a:pt x="521532" y="206885"/>
                  <a:pt x="512852" y="204799"/>
                  <a:pt x="501080" y="204301"/>
                </a:cubicBezTo>
                <a:lnTo>
                  <a:pt x="524699" y="148306"/>
                </a:lnTo>
                <a:cubicBezTo>
                  <a:pt x="524699" y="148306"/>
                  <a:pt x="525243" y="148294"/>
                  <a:pt x="525515" y="148288"/>
                </a:cubicBezTo>
                <a:cubicBezTo>
                  <a:pt x="541128" y="148058"/>
                  <a:pt x="553767" y="145276"/>
                  <a:pt x="553697" y="142037"/>
                </a:cubicBezTo>
                <a:cubicBezTo>
                  <a:pt x="553668" y="139110"/>
                  <a:pt x="543152" y="136879"/>
                  <a:pt x="529558" y="136700"/>
                </a:cubicBezTo>
                <a:lnTo>
                  <a:pt x="573551" y="32318"/>
                </a:lnTo>
                <a:cubicBezTo>
                  <a:pt x="573551" y="32318"/>
                  <a:pt x="529925" y="-986"/>
                  <a:pt x="524580" y="22"/>
                </a:cubicBezTo>
                <a:lnTo>
                  <a:pt x="524461" y="47"/>
                </a:lnTo>
                <a:close/>
              </a:path>
            </a:pathLst>
          </a:custGeom>
          <a:solidFill>
            <a:schemeClr val="accent3"/>
          </a:solidFill>
          <a:ln w="4945" cap="flat">
            <a:noFill/>
            <a:prstDash val="solid"/>
            <a:miter/>
          </a:ln>
        </p:spPr>
        <p:txBody>
          <a:bodyPr rtlCol="0" anchor="ctr"/>
          <a:lstStyle/>
          <a:p>
            <a:endParaRPr lang="en-US"/>
          </a:p>
        </p:txBody>
      </p:sp>
      <p:pic>
        <p:nvPicPr>
          <p:cNvPr id="12" name="Picture 11">
            <a:extLst>
              <a:ext uri="{FF2B5EF4-FFF2-40B4-BE49-F238E27FC236}">
                <a16:creationId xmlns:a16="http://schemas.microsoft.com/office/drawing/2014/main" id="{AF2B49D1-91A2-1E75-A436-0856070BE4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4459" y="164290"/>
            <a:ext cx="290883" cy="396658"/>
          </a:xfrm>
          <a:prstGeom prst="rect">
            <a:avLst/>
          </a:prstGeom>
        </p:spPr>
      </p:pic>
      <p:sp>
        <p:nvSpPr>
          <p:cNvPr id="13" name="Title 1">
            <a:extLst>
              <a:ext uri="{FF2B5EF4-FFF2-40B4-BE49-F238E27FC236}">
                <a16:creationId xmlns:a16="http://schemas.microsoft.com/office/drawing/2014/main" id="{7F232ED2-3355-72D7-67CD-2485457D787E}"/>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rgbClr val="160629"/>
                </a:solidFill>
                <a:latin typeface="Gelion Semi Bold" pitchFamily="2" charset="77"/>
                <a:ea typeface="Poppins"/>
                <a:cs typeface="Poppins"/>
                <a:sym typeface="Poppins"/>
              </a:rPr>
              <a:t>For People, By People</a:t>
            </a:r>
            <a:endParaRPr lang="en-US" sz="1400" b="1" i="0" spc="0" dirty="0">
              <a:latin typeface="Gelion Semi Bold" pitchFamily="2" charset="77"/>
            </a:endParaRPr>
          </a:p>
        </p:txBody>
      </p:sp>
      <p:sp>
        <p:nvSpPr>
          <p:cNvPr id="18" name="Rectangle 17">
            <a:extLst>
              <a:ext uri="{FF2B5EF4-FFF2-40B4-BE49-F238E27FC236}">
                <a16:creationId xmlns:a16="http://schemas.microsoft.com/office/drawing/2014/main" id="{D19BC458-49FC-7875-44DB-7A07BFCE083C}"/>
              </a:ext>
            </a:extLst>
          </p:cNvPr>
          <p:cNvSpPr/>
          <p:nvPr userDrawn="1"/>
        </p:nvSpPr>
        <p:spPr>
          <a:xfrm>
            <a:off x="6649119" y="745671"/>
            <a:ext cx="4735977" cy="5257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80" name="Text Placeholder 25">
            <a:extLst>
              <a:ext uri="{FF2B5EF4-FFF2-40B4-BE49-F238E27FC236}">
                <a16:creationId xmlns:a16="http://schemas.microsoft.com/office/drawing/2014/main" id="{5EC8A492-4A54-6E58-DFF5-8B29ED1E67C1}"/>
              </a:ext>
            </a:extLst>
          </p:cNvPr>
          <p:cNvSpPr>
            <a:spLocks noGrp="1"/>
          </p:cNvSpPr>
          <p:nvPr>
            <p:ph type="body" sz="quarter" idx="11" hasCustomPrompt="1"/>
          </p:nvPr>
        </p:nvSpPr>
        <p:spPr>
          <a:xfrm>
            <a:off x="929284" y="2157765"/>
            <a:ext cx="5780798" cy="1146904"/>
          </a:xfrm>
          <a:prstGeom prst="rect">
            <a:avLst/>
          </a:prstGeom>
        </p:spPr>
        <p:txBody>
          <a:bodyPr/>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81" name="Text Placeholder 25">
            <a:extLst>
              <a:ext uri="{FF2B5EF4-FFF2-40B4-BE49-F238E27FC236}">
                <a16:creationId xmlns:a16="http://schemas.microsoft.com/office/drawing/2014/main" id="{F86F32D4-22EF-68B3-9983-05F0222DAD9C}"/>
              </a:ext>
            </a:extLst>
          </p:cNvPr>
          <p:cNvSpPr>
            <a:spLocks noGrp="1"/>
          </p:cNvSpPr>
          <p:nvPr>
            <p:ph type="body" sz="quarter" idx="10"/>
          </p:nvPr>
        </p:nvSpPr>
        <p:spPr>
          <a:xfrm>
            <a:off x="929284" y="1009436"/>
            <a:ext cx="8509684" cy="1444164"/>
          </a:xfrm>
          <a:prstGeom prst="rect">
            <a:avLst/>
          </a:prstGeom>
        </p:spPr>
        <p:txBody>
          <a:bodyPr lIns="45720"/>
          <a:lstStyle>
            <a:lvl1pPr marL="0" indent="0">
              <a:lnSpc>
                <a:spcPct val="100000"/>
              </a:lnSpc>
              <a:buNone/>
              <a:defRPr sz="3600" b="1" i="0">
                <a:latin typeface="+mj-lt"/>
              </a:defRPr>
            </a:lvl1pPr>
          </a:lstStyle>
          <a:p>
            <a:r>
              <a:rPr lang="en-US" dirty="0"/>
              <a:t>Click to edit Master text styles</a:t>
            </a:r>
          </a:p>
        </p:txBody>
      </p:sp>
      <p:grpSp>
        <p:nvGrpSpPr>
          <p:cNvPr id="4" name="Group 3">
            <a:extLst>
              <a:ext uri="{FF2B5EF4-FFF2-40B4-BE49-F238E27FC236}">
                <a16:creationId xmlns:a16="http://schemas.microsoft.com/office/drawing/2014/main" id="{07EC6218-2664-9AD3-F00D-8AF49865DD26}"/>
              </a:ext>
            </a:extLst>
          </p:cNvPr>
          <p:cNvGrpSpPr>
            <a:grpSpLocks noChangeAspect="1"/>
          </p:cNvGrpSpPr>
          <p:nvPr userDrawn="1"/>
        </p:nvGrpSpPr>
        <p:grpSpPr>
          <a:xfrm>
            <a:off x="11464290" y="6595224"/>
            <a:ext cx="346710" cy="92438"/>
            <a:chOff x="102243" y="472557"/>
            <a:chExt cx="205526" cy="54796"/>
          </a:xfrm>
        </p:grpSpPr>
        <p:sp>
          <p:nvSpPr>
            <p:cNvPr id="5" name="Freeform: Shape 90">
              <a:extLst>
                <a:ext uri="{FF2B5EF4-FFF2-40B4-BE49-F238E27FC236}">
                  <a16:creationId xmlns:a16="http://schemas.microsoft.com/office/drawing/2014/main" id="{086DA8CE-DFEF-B449-AE33-3F6F77A0EEBC}"/>
                </a:ext>
              </a:extLst>
            </p:cNvPr>
            <p:cNvSpPr/>
            <p:nvPr/>
          </p:nvSpPr>
          <p:spPr>
            <a:xfrm>
              <a:off x="177575" y="472557"/>
              <a:ext cx="54862" cy="54796"/>
            </a:xfrm>
            <a:custGeom>
              <a:avLst/>
              <a:gdLst>
                <a:gd name="connsiteX0" fmla="*/ 363194 w 726387"/>
                <a:gd name="connsiteY0" fmla="*/ 0 h 725516"/>
                <a:gd name="connsiteX1" fmla="*/ 726387 w 726387"/>
                <a:gd name="connsiteY1" fmla="*/ 362323 h 725516"/>
                <a:gd name="connsiteX2" fmla="*/ 363194 w 726387"/>
                <a:gd name="connsiteY2" fmla="*/ 725516 h 725516"/>
                <a:gd name="connsiteX3" fmla="*/ 0 w 726387"/>
                <a:gd name="connsiteY3" fmla="*/ 362323 h 725516"/>
                <a:gd name="connsiteX4" fmla="*/ 363194 w 726387"/>
                <a:gd name="connsiteY4" fmla="*/ 0 h 72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6387" h="725516">
                  <a:moveTo>
                    <a:pt x="363194" y="0"/>
                  </a:moveTo>
                  <a:cubicBezTo>
                    <a:pt x="563516" y="0"/>
                    <a:pt x="726387" y="162000"/>
                    <a:pt x="726387" y="362323"/>
                  </a:cubicBezTo>
                  <a:cubicBezTo>
                    <a:pt x="726387" y="563516"/>
                    <a:pt x="563516" y="725516"/>
                    <a:pt x="363194" y="725516"/>
                  </a:cubicBezTo>
                  <a:cubicBezTo>
                    <a:pt x="162871" y="725516"/>
                    <a:pt x="0" y="563516"/>
                    <a:pt x="0" y="362323"/>
                  </a:cubicBezTo>
                  <a:cubicBezTo>
                    <a:pt x="0" y="162000"/>
                    <a:pt x="162871" y="0"/>
                    <a:pt x="363194" y="0"/>
                  </a:cubicBezTo>
                  <a:close/>
                </a:path>
              </a:pathLst>
            </a:custGeom>
            <a:solidFill>
              <a:schemeClr val="accent2"/>
            </a:solidFill>
            <a:ln w="871" cap="flat">
              <a:noFill/>
              <a:prstDash val="solid"/>
              <a:miter/>
            </a:ln>
          </p:spPr>
          <p:txBody>
            <a:bodyPr rtlCol="0" anchor="ctr"/>
            <a:lstStyle/>
            <a:p>
              <a:endParaRPr lang="en-US" dirty="0">
                <a:latin typeface="Arial" panose="020B0604020202020204" pitchFamily="34" charset="0"/>
              </a:endParaRPr>
            </a:p>
          </p:txBody>
        </p:sp>
        <p:grpSp>
          <p:nvGrpSpPr>
            <p:cNvPr id="6" name="Graphic 6">
              <a:extLst>
                <a:ext uri="{FF2B5EF4-FFF2-40B4-BE49-F238E27FC236}">
                  <a16:creationId xmlns:a16="http://schemas.microsoft.com/office/drawing/2014/main" id="{7DA1B967-3003-E6DD-BAAD-BCE6F860465A}"/>
                </a:ext>
              </a:extLst>
            </p:cNvPr>
            <p:cNvGrpSpPr/>
            <p:nvPr/>
          </p:nvGrpSpPr>
          <p:grpSpPr>
            <a:xfrm>
              <a:off x="102243" y="472557"/>
              <a:ext cx="205526" cy="54796"/>
              <a:chOff x="4810159" y="1371774"/>
              <a:chExt cx="2721195" cy="725516"/>
            </a:xfrm>
          </p:grpSpPr>
          <p:sp>
            <p:nvSpPr>
              <p:cNvPr id="7" name="Freeform: Shape 92">
                <a:extLst>
                  <a:ext uri="{FF2B5EF4-FFF2-40B4-BE49-F238E27FC236}">
                    <a16:creationId xmlns:a16="http://schemas.microsoft.com/office/drawing/2014/main" id="{D0CCB561-01B1-AD81-EC06-95822A77B86F}"/>
                  </a:ext>
                </a:extLst>
              </p:cNvPr>
              <p:cNvSpPr/>
              <p:nvPr/>
            </p:nvSpPr>
            <p:spPr>
              <a:xfrm>
                <a:off x="4810159" y="1371774"/>
                <a:ext cx="725518" cy="725516"/>
              </a:xfrm>
              <a:custGeom>
                <a:avLst/>
                <a:gdLst>
                  <a:gd name="connsiteX0" fmla="*/ 363194 w 725516"/>
                  <a:gd name="connsiteY0" fmla="*/ 0 h 725516"/>
                  <a:gd name="connsiteX1" fmla="*/ 725516 w 725516"/>
                  <a:gd name="connsiteY1" fmla="*/ 362323 h 725516"/>
                  <a:gd name="connsiteX2" fmla="*/ 363194 w 725516"/>
                  <a:gd name="connsiteY2" fmla="*/ 725516 h 725516"/>
                  <a:gd name="connsiteX3" fmla="*/ 0 w 725516"/>
                  <a:gd name="connsiteY3" fmla="*/ 362323 h 725516"/>
                  <a:gd name="connsiteX4" fmla="*/ 363194 w 725516"/>
                  <a:gd name="connsiteY4" fmla="*/ 0 h 72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16" h="725516">
                    <a:moveTo>
                      <a:pt x="363194" y="0"/>
                    </a:moveTo>
                    <a:cubicBezTo>
                      <a:pt x="563516" y="0"/>
                      <a:pt x="725516" y="162000"/>
                      <a:pt x="725516" y="362323"/>
                    </a:cubicBezTo>
                    <a:cubicBezTo>
                      <a:pt x="725516" y="563516"/>
                      <a:pt x="563516" y="725516"/>
                      <a:pt x="363194" y="725516"/>
                    </a:cubicBezTo>
                    <a:cubicBezTo>
                      <a:pt x="162871" y="725516"/>
                      <a:pt x="0" y="563516"/>
                      <a:pt x="0" y="362323"/>
                    </a:cubicBezTo>
                    <a:cubicBezTo>
                      <a:pt x="0" y="162000"/>
                      <a:pt x="162871" y="0"/>
                      <a:pt x="363194" y="0"/>
                    </a:cubicBezTo>
                    <a:close/>
                  </a:path>
                </a:pathLst>
              </a:custGeom>
              <a:solidFill>
                <a:schemeClr val="accent1"/>
              </a:solidFill>
              <a:ln w="871" cap="flat">
                <a:noFill/>
                <a:prstDash val="solid"/>
                <a:miter/>
              </a:ln>
            </p:spPr>
            <p:txBody>
              <a:bodyPr rtlCol="0" anchor="ctr"/>
              <a:lstStyle/>
              <a:p>
                <a:endParaRPr lang="en-US" dirty="0">
                  <a:latin typeface="Arial" panose="020B0604020202020204" pitchFamily="34" charset="0"/>
                </a:endParaRPr>
              </a:p>
            </p:txBody>
          </p:sp>
          <p:sp>
            <p:nvSpPr>
              <p:cNvPr id="8" name="Freeform: Shape 93">
                <a:extLst>
                  <a:ext uri="{FF2B5EF4-FFF2-40B4-BE49-F238E27FC236}">
                    <a16:creationId xmlns:a16="http://schemas.microsoft.com/office/drawing/2014/main" id="{22725D6F-F18E-B1BA-3594-C847D42343EB}"/>
                  </a:ext>
                </a:extLst>
              </p:cNvPr>
              <p:cNvSpPr/>
              <p:nvPr/>
            </p:nvSpPr>
            <p:spPr>
              <a:xfrm>
                <a:off x="6805838" y="1371774"/>
                <a:ext cx="725516" cy="725516"/>
              </a:xfrm>
              <a:custGeom>
                <a:avLst/>
                <a:gdLst>
                  <a:gd name="connsiteX0" fmla="*/ 362323 w 725516"/>
                  <a:gd name="connsiteY0" fmla="*/ 0 h 725516"/>
                  <a:gd name="connsiteX1" fmla="*/ 725516 w 725516"/>
                  <a:gd name="connsiteY1" fmla="*/ 362323 h 725516"/>
                  <a:gd name="connsiteX2" fmla="*/ 362323 w 725516"/>
                  <a:gd name="connsiteY2" fmla="*/ 725516 h 725516"/>
                  <a:gd name="connsiteX3" fmla="*/ 0 w 725516"/>
                  <a:gd name="connsiteY3" fmla="*/ 362323 h 725516"/>
                  <a:gd name="connsiteX4" fmla="*/ 362323 w 725516"/>
                  <a:gd name="connsiteY4" fmla="*/ 0 h 72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16" h="725516">
                    <a:moveTo>
                      <a:pt x="362323" y="0"/>
                    </a:moveTo>
                    <a:cubicBezTo>
                      <a:pt x="562645" y="0"/>
                      <a:pt x="725516" y="162000"/>
                      <a:pt x="725516" y="362323"/>
                    </a:cubicBezTo>
                    <a:cubicBezTo>
                      <a:pt x="725516" y="563516"/>
                      <a:pt x="562645" y="725516"/>
                      <a:pt x="362323" y="725516"/>
                    </a:cubicBezTo>
                    <a:cubicBezTo>
                      <a:pt x="162000" y="725516"/>
                      <a:pt x="0" y="563516"/>
                      <a:pt x="0" y="362323"/>
                    </a:cubicBezTo>
                    <a:cubicBezTo>
                      <a:pt x="0" y="162000"/>
                      <a:pt x="162000" y="0"/>
                      <a:pt x="362323" y="0"/>
                    </a:cubicBezTo>
                    <a:close/>
                  </a:path>
                </a:pathLst>
              </a:custGeom>
              <a:solidFill>
                <a:schemeClr val="accent3"/>
              </a:solidFill>
              <a:ln w="871" cap="flat">
                <a:noFill/>
                <a:prstDash val="solid"/>
                <a:miter/>
              </a:ln>
            </p:spPr>
            <p:txBody>
              <a:bodyPr rtlCol="0" anchor="ctr"/>
              <a:lstStyle/>
              <a:p>
                <a:endParaRPr lang="en-US">
                  <a:latin typeface="Arial" panose="020B0604020202020204" pitchFamily="34" charset="0"/>
                </a:endParaRPr>
              </a:p>
            </p:txBody>
          </p:sp>
        </p:grpSp>
      </p:grpSp>
      <p:pic>
        <p:nvPicPr>
          <p:cNvPr id="9" name="Graphic 8">
            <a:extLst>
              <a:ext uri="{FF2B5EF4-FFF2-40B4-BE49-F238E27FC236}">
                <a16:creationId xmlns:a16="http://schemas.microsoft.com/office/drawing/2014/main" id="{AD5759E2-5864-2E9B-4DA3-00BBCA9BE34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664641" y="6603477"/>
            <a:ext cx="694237" cy="75932"/>
          </a:xfrm>
          <a:prstGeom prst="rect">
            <a:avLst/>
          </a:prstGeom>
        </p:spPr>
      </p:pic>
      <p:sp>
        <p:nvSpPr>
          <p:cNvPr id="10" name="TextBox 9">
            <a:extLst>
              <a:ext uri="{FF2B5EF4-FFF2-40B4-BE49-F238E27FC236}">
                <a16:creationId xmlns:a16="http://schemas.microsoft.com/office/drawing/2014/main" id="{F6AAA5FE-452C-7BDD-2815-67C7D213F84C}"/>
              </a:ext>
            </a:extLst>
          </p:cNvPr>
          <p:cNvSpPr txBox="1"/>
          <p:nvPr userDrawn="1"/>
        </p:nvSpPr>
        <p:spPr>
          <a:xfrm>
            <a:off x="475342" y="6555659"/>
            <a:ext cx="8604015"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2">
                    <a:lumMod val="50000"/>
                  </a:schemeClr>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endParaRPr>
          </a:p>
        </p:txBody>
      </p:sp>
      <p:sp>
        <p:nvSpPr>
          <p:cNvPr id="11" name="TextBox 10">
            <a:extLst>
              <a:ext uri="{FF2B5EF4-FFF2-40B4-BE49-F238E27FC236}">
                <a16:creationId xmlns:a16="http://schemas.microsoft.com/office/drawing/2014/main" id="{D364E7F2-FCBC-41B1-A7A9-31DD57C032B0}"/>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2">
                    <a:lumMod val="50000"/>
                  </a:schemeClr>
                </a:solidFill>
                <a:latin typeface="+mj-lt"/>
                <a:ea typeface="Roboto Condensed" panose="02000000000000000000" pitchFamily="2" charset="0"/>
                <a:cs typeface="Segoe UI" panose="020B0502040204020203" pitchFamily="34" charset="0"/>
              </a:rPr>
              <a:pPr algn="ctr"/>
              <a:t>‹#›</a:t>
            </a:fld>
            <a:endParaRPr lang="id-ID" sz="2400" b="1" dirty="0">
              <a:solidFill>
                <a:schemeClr val="bg2">
                  <a:lumMod val="50000"/>
                </a:schemeClr>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336865575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Master_Content_10">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6C491769-7B5B-5388-E64E-A17A7C9BDF35}"/>
              </a:ext>
            </a:extLst>
          </p:cNvPr>
          <p:cNvSpPr>
            <a:spLocks noGrp="1"/>
          </p:cNvSpPr>
          <p:nvPr>
            <p:ph type="pic" sz="quarter" idx="12"/>
          </p:nvPr>
        </p:nvSpPr>
        <p:spPr>
          <a:xfrm>
            <a:off x="0" y="0"/>
            <a:ext cx="12192000" cy="6858000"/>
          </a:xfrm>
          <a:prstGeom prst="rect">
            <a:avLst/>
          </a:prstGeom>
        </p:spPr>
        <p:txBody>
          <a:bodyPr/>
          <a:lstStyle>
            <a:lvl1pPr marL="0" indent="0">
              <a:buNone/>
              <a:defRPr/>
            </a:lvl1pPr>
          </a:lstStyle>
          <a:p>
            <a:endParaRPr lang="en-US" dirty="0"/>
          </a:p>
        </p:txBody>
      </p:sp>
      <p:pic>
        <p:nvPicPr>
          <p:cNvPr id="7" name="Picture 6">
            <a:extLst>
              <a:ext uri="{FF2B5EF4-FFF2-40B4-BE49-F238E27FC236}">
                <a16:creationId xmlns:a16="http://schemas.microsoft.com/office/drawing/2014/main" id="{E8ECD0E0-FD7D-D43C-8EB2-FD7AA73C104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4459" y="164290"/>
            <a:ext cx="290883" cy="396658"/>
          </a:xfrm>
          <a:prstGeom prst="rect">
            <a:avLst/>
          </a:prstGeom>
        </p:spPr>
      </p:pic>
      <p:sp>
        <p:nvSpPr>
          <p:cNvPr id="5" name="Title 1">
            <a:extLst>
              <a:ext uri="{FF2B5EF4-FFF2-40B4-BE49-F238E27FC236}">
                <a16:creationId xmlns:a16="http://schemas.microsoft.com/office/drawing/2014/main" id="{CF117F9A-C475-08CE-7D37-B52749796AC3}"/>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rgbClr val="160629"/>
                </a:solidFill>
                <a:latin typeface="Gelion Semi Bold" pitchFamily="2" charset="77"/>
                <a:ea typeface="Poppins"/>
                <a:cs typeface="Poppins"/>
                <a:sym typeface="Poppins"/>
              </a:rPr>
              <a:t>For People, By People</a:t>
            </a:r>
            <a:endParaRPr lang="en-US" sz="1400" b="1" i="0" spc="0" dirty="0">
              <a:latin typeface="Gelion Semi Bold" pitchFamily="2" charset="77"/>
            </a:endParaRPr>
          </a:p>
        </p:txBody>
      </p:sp>
      <p:sp>
        <p:nvSpPr>
          <p:cNvPr id="3" name="Text Placeholder 25">
            <a:extLst>
              <a:ext uri="{FF2B5EF4-FFF2-40B4-BE49-F238E27FC236}">
                <a16:creationId xmlns:a16="http://schemas.microsoft.com/office/drawing/2014/main" id="{E99E2F64-5316-7E95-653F-8BF21EC883BA}"/>
              </a:ext>
            </a:extLst>
          </p:cNvPr>
          <p:cNvSpPr>
            <a:spLocks noGrp="1"/>
          </p:cNvSpPr>
          <p:nvPr>
            <p:ph type="body" sz="quarter" idx="10"/>
          </p:nvPr>
        </p:nvSpPr>
        <p:spPr>
          <a:xfrm>
            <a:off x="2496914" y="1745299"/>
            <a:ext cx="7198173" cy="1318091"/>
          </a:xfrm>
          <a:prstGeom prst="rect">
            <a:avLst/>
          </a:prstGeom>
        </p:spPr>
        <p:txBody>
          <a:bodyPr lIns="45720" anchor="ctr"/>
          <a:lstStyle>
            <a:lvl1pPr marL="0" indent="0" algn="ctr">
              <a:buNone/>
              <a:defRPr sz="3600" b="1" i="0">
                <a:solidFill>
                  <a:schemeClr val="accent1"/>
                </a:solidFill>
                <a:latin typeface="+mj-lt"/>
              </a:defRPr>
            </a:lvl1pPr>
          </a:lstStyle>
          <a:p>
            <a:r>
              <a:rPr lang="en-US" dirty="0"/>
              <a:t>Click to edit Master text styles</a:t>
            </a:r>
          </a:p>
        </p:txBody>
      </p:sp>
      <p:sp>
        <p:nvSpPr>
          <p:cNvPr id="6" name="TextBox 5">
            <a:extLst>
              <a:ext uri="{FF2B5EF4-FFF2-40B4-BE49-F238E27FC236}">
                <a16:creationId xmlns:a16="http://schemas.microsoft.com/office/drawing/2014/main" id="{64BCEAB7-B13B-9CDA-DA52-ECACEE5387D8}"/>
              </a:ext>
            </a:extLst>
          </p:cNvPr>
          <p:cNvSpPr txBox="1"/>
          <p:nvPr userDrawn="1"/>
        </p:nvSpPr>
        <p:spPr>
          <a:xfrm>
            <a:off x="475342" y="6555659"/>
            <a:ext cx="8604015"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2">
                    <a:lumMod val="50000"/>
                  </a:schemeClr>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endParaRPr>
          </a:p>
        </p:txBody>
      </p:sp>
      <p:sp>
        <p:nvSpPr>
          <p:cNvPr id="8" name="TextBox 7">
            <a:extLst>
              <a:ext uri="{FF2B5EF4-FFF2-40B4-BE49-F238E27FC236}">
                <a16:creationId xmlns:a16="http://schemas.microsoft.com/office/drawing/2014/main" id="{9BD08F47-3756-6890-D1A7-E38B97A6F329}"/>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2">
                    <a:lumMod val="50000"/>
                  </a:schemeClr>
                </a:solidFill>
                <a:latin typeface="+mj-lt"/>
                <a:ea typeface="Roboto Condensed" panose="02000000000000000000" pitchFamily="2" charset="0"/>
                <a:cs typeface="Segoe UI" panose="020B0502040204020203" pitchFamily="34" charset="0"/>
              </a:rPr>
              <a:pPr algn="ctr"/>
              <a:t>‹#›</a:t>
            </a:fld>
            <a:endParaRPr lang="id-ID" sz="2400" b="1" dirty="0">
              <a:solidFill>
                <a:schemeClr val="bg2">
                  <a:lumMod val="50000"/>
                </a:schemeClr>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33381024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Master_Content_1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6E8696D-07C4-86E7-BB84-933FB3CCC9D3}"/>
              </a:ext>
            </a:extLst>
          </p:cNvPr>
          <p:cNvSpPr/>
          <p:nvPr userDrawn="1"/>
        </p:nvSpPr>
        <p:spPr>
          <a:xfrm rot="5400000">
            <a:off x="5011111" y="-319841"/>
            <a:ext cx="2166730" cy="12188952"/>
          </a:xfrm>
          <a:prstGeom prst="rect">
            <a:avLst/>
          </a:prstGeom>
          <a:gradFill>
            <a:gsLst>
              <a:gs pos="0">
                <a:srgbClr val="5827E3"/>
              </a:gs>
              <a:gs pos="86000">
                <a:srgbClr val="2F40EF"/>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Picture 26">
            <a:extLst>
              <a:ext uri="{FF2B5EF4-FFF2-40B4-BE49-F238E27FC236}">
                <a16:creationId xmlns:a16="http://schemas.microsoft.com/office/drawing/2014/main" id="{059CDA75-016D-8484-34E0-D806F299778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4459" y="164290"/>
            <a:ext cx="290883" cy="396658"/>
          </a:xfrm>
          <a:prstGeom prst="rect">
            <a:avLst/>
          </a:prstGeom>
        </p:spPr>
      </p:pic>
      <p:sp>
        <p:nvSpPr>
          <p:cNvPr id="28" name="Title 1">
            <a:extLst>
              <a:ext uri="{FF2B5EF4-FFF2-40B4-BE49-F238E27FC236}">
                <a16:creationId xmlns:a16="http://schemas.microsoft.com/office/drawing/2014/main" id="{EBC163B2-429E-FC90-256C-D44B9F89CE0D}"/>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chemeClr val="tx1"/>
                </a:solidFill>
                <a:latin typeface="Gelion Semi Bold" pitchFamily="2" charset="77"/>
                <a:ea typeface="Poppins"/>
                <a:cs typeface="Poppins"/>
                <a:sym typeface="Poppins"/>
              </a:rPr>
              <a:t>For People, By People</a:t>
            </a:r>
            <a:endParaRPr lang="en-US" sz="1400" b="1" i="0" spc="0" dirty="0">
              <a:solidFill>
                <a:schemeClr val="tx1"/>
              </a:solidFill>
              <a:latin typeface="Gelion Semi Bold" pitchFamily="2" charset="77"/>
            </a:endParaRPr>
          </a:p>
        </p:txBody>
      </p:sp>
      <p:sp>
        <p:nvSpPr>
          <p:cNvPr id="30" name="Text Placeholder 25">
            <a:extLst>
              <a:ext uri="{FF2B5EF4-FFF2-40B4-BE49-F238E27FC236}">
                <a16:creationId xmlns:a16="http://schemas.microsoft.com/office/drawing/2014/main" id="{32FD82E5-59E0-1E99-E4C3-4F1DA96DA448}"/>
              </a:ext>
            </a:extLst>
          </p:cNvPr>
          <p:cNvSpPr>
            <a:spLocks noGrp="1"/>
          </p:cNvSpPr>
          <p:nvPr>
            <p:ph type="body" sz="quarter" idx="10"/>
          </p:nvPr>
        </p:nvSpPr>
        <p:spPr>
          <a:xfrm>
            <a:off x="929284" y="250722"/>
            <a:ext cx="8509684" cy="747770"/>
          </a:xfrm>
          <a:prstGeom prst="rect">
            <a:avLst/>
          </a:prstGeom>
        </p:spPr>
        <p:txBody>
          <a:bodyPr lIns="45720"/>
          <a:lstStyle>
            <a:lvl1pPr marL="0" indent="0">
              <a:lnSpc>
                <a:spcPct val="100000"/>
              </a:lnSpc>
              <a:buNone/>
              <a:defRPr sz="3600" b="1" i="0">
                <a:latin typeface="+mj-lt"/>
              </a:defRPr>
            </a:lvl1pPr>
          </a:lstStyle>
          <a:p>
            <a:r>
              <a:rPr lang="en-US" dirty="0"/>
              <a:t>Click to edit Master text styles</a:t>
            </a:r>
          </a:p>
        </p:txBody>
      </p:sp>
      <p:sp>
        <p:nvSpPr>
          <p:cNvPr id="31" name="Text Placeholder 25">
            <a:extLst>
              <a:ext uri="{FF2B5EF4-FFF2-40B4-BE49-F238E27FC236}">
                <a16:creationId xmlns:a16="http://schemas.microsoft.com/office/drawing/2014/main" id="{7BE143D2-1207-FD34-3B71-A6A772A9B821}"/>
              </a:ext>
            </a:extLst>
          </p:cNvPr>
          <p:cNvSpPr>
            <a:spLocks noGrp="1"/>
          </p:cNvSpPr>
          <p:nvPr>
            <p:ph type="body" sz="quarter" idx="11" hasCustomPrompt="1"/>
          </p:nvPr>
        </p:nvSpPr>
        <p:spPr>
          <a:xfrm>
            <a:off x="929284" y="1784554"/>
            <a:ext cx="2924259" cy="2493531"/>
          </a:xfrm>
          <a:prstGeom prst="rect">
            <a:avLst/>
          </a:prstGeom>
        </p:spPr>
        <p:txBody>
          <a:bodyPr/>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32" name="Text Placeholder 25">
            <a:extLst>
              <a:ext uri="{FF2B5EF4-FFF2-40B4-BE49-F238E27FC236}">
                <a16:creationId xmlns:a16="http://schemas.microsoft.com/office/drawing/2014/main" id="{E4AF3DDF-8EF5-1652-4D75-F3D77393B9D5}"/>
              </a:ext>
            </a:extLst>
          </p:cNvPr>
          <p:cNvSpPr>
            <a:spLocks noGrp="1"/>
          </p:cNvSpPr>
          <p:nvPr>
            <p:ph type="body" sz="quarter" idx="12" hasCustomPrompt="1"/>
          </p:nvPr>
        </p:nvSpPr>
        <p:spPr>
          <a:xfrm>
            <a:off x="4521569" y="1784554"/>
            <a:ext cx="2924259" cy="2493531"/>
          </a:xfrm>
          <a:prstGeom prst="rect">
            <a:avLst/>
          </a:prstGeom>
        </p:spPr>
        <p:txBody>
          <a:bodyPr/>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33" name="Text Placeholder 25">
            <a:extLst>
              <a:ext uri="{FF2B5EF4-FFF2-40B4-BE49-F238E27FC236}">
                <a16:creationId xmlns:a16="http://schemas.microsoft.com/office/drawing/2014/main" id="{C2D59609-11D8-0AD9-7BA4-71F26D329DCD}"/>
              </a:ext>
            </a:extLst>
          </p:cNvPr>
          <p:cNvSpPr>
            <a:spLocks noGrp="1"/>
          </p:cNvSpPr>
          <p:nvPr>
            <p:ph type="body" sz="quarter" idx="13" hasCustomPrompt="1"/>
          </p:nvPr>
        </p:nvSpPr>
        <p:spPr>
          <a:xfrm>
            <a:off x="8113855" y="1784554"/>
            <a:ext cx="2924259" cy="2493531"/>
          </a:xfrm>
          <a:prstGeom prst="rect">
            <a:avLst/>
          </a:prstGeom>
        </p:spPr>
        <p:txBody>
          <a:bodyPr/>
          <a:lstStyle>
            <a:lvl1pPr marL="0" indent="0">
              <a:buNone/>
              <a:defRPr sz="1400" b="0" i="0">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2" name="TextBox 1">
            <a:extLst>
              <a:ext uri="{FF2B5EF4-FFF2-40B4-BE49-F238E27FC236}">
                <a16:creationId xmlns:a16="http://schemas.microsoft.com/office/drawing/2014/main" id="{993D27A1-BCC7-CF22-5468-B16F81F79427}"/>
              </a:ext>
            </a:extLst>
          </p:cNvPr>
          <p:cNvSpPr txBox="1"/>
          <p:nvPr userDrawn="1"/>
        </p:nvSpPr>
        <p:spPr>
          <a:xfrm>
            <a:off x="475342" y="6555659"/>
            <a:ext cx="8604015"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2"/>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2"/>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solidFill>
              <a:effectLst/>
              <a:latin typeface="Gelion" pitchFamily="2" charset="77"/>
              <a:ea typeface="DengXian" panose="02010600030101010101" pitchFamily="2" charset="-122"/>
              <a:cs typeface="Arial" panose="020B0604020202020204" pitchFamily="34" charset="0"/>
            </a:endParaRPr>
          </a:p>
        </p:txBody>
      </p:sp>
      <p:sp>
        <p:nvSpPr>
          <p:cNvPr id="3" name="TextBox 2">
            <a:extLst>
              <a:ext uri="{FF2B5EF4-FFF2-40B4-BE49-F238E27FC236}">
                <a16:creationId xmlns:a16="http://schemas.microsoft.com/office/drawing/2014/main" id="{8753BD0E-10F7-EA6C-1A22-C3ABFF37E661}"/>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2"/>
                </a:solidFill>
                <a:latin typeface="+mj-lt"/>
                <a:ea typeface="Roboto Condensed" panose="02000000000000000000" pitchFamily="2" charset="0"/>
                <a:cs typeface="Segoe UI" panose="020B0502040204020203" pitchFamily="34" charset="0"/>
              </a:rPr>
              <a:pPr algn="ctr"/>
              <a:t>‹#›</a:t>
            </a:fld>
            <a:endParaRPr lang="id-ID" sz="2400" b="1" dirty="0">
              <a:solidFill>
                <a:schemeClr val="bg2"/>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6821093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Master_Content_12">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292BF8B-1709-86F6-A8C9-2C792F4DFE1E}"/>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chemeClr val="tx1"/>
                </a:solidFill>
                <a:latin typeface="Gelion Semi Bold" pitchFamily="2" charset="77"/>
                <a:ea typeface="Poppins"/>
                <a:cs typeface="Poppins"/>
                <a:sym typeface="Poppins"/>
              </a:rPr>
              <a:t>For People, By People</a:t>
            </a:r>
            <a:endParaRPr lang="en-US" sz="1400" b="1" i="0" spc="0" dirty="0">
              <a:solidFill>
                <a:schemeClr val="tx1"/>
              </a:solidFill>
              <a:latin typeface="Gelion Semi Bold" pitchFamily="2" charset="77"/>
            </a:endParaRPr>
          </a:p>
        </p:txBody>
      </p:sp>
      <p:sp>
        <p:nvSpPr>
          <p:cNvPr id="9" name="Text Placeholder 24">
            <a:extLst>
              <a:ext uri="{FF2B5EF4-FFF2-40B4-BE49-F238E27FC236}">
                <a16:creationId xmlns:a16="http://schemas.microsoft.com/office/drawing/2014/main" id="{18A336AF-85E9-F0BC-1626-3DDB4C201040}"/>
              </a:ext>
            </a:extLst>
          </p:cNvPr>
          <p:cNvSpPr>
            <a:spLocks noGrp="1"/>
          </p:cNvSpPr>
          <p:nvPr>
            <p:ph type="body" sz="quarter" idx="16"/>
          </p:nvPr>
        </p:nvSpPr>
        <p:spPr>
          <a:xfrm>
            <a:off x="590202" y="2298700"/>
            <a:ext cx="3519085" cy="2260600"/>
          </a:xfrm>
          <a:prstGeom prst="rect">
            <a:avLst/>
          </a:prstGeom>
        </p:spPr>
        <p:txBody>
          <a:bodyPr anchor="ctr"/>
          <a:lstStyle>
            <a:lvl1pPr marL="0" indent="0">
              <a:buNone/>
              <a:defRPr sz="2800" b="0" i="0">
                <a:solidFill>
                  <a:srgbClr val="160629"/>
                </a:solidFill>
                <a:latin typeface="Gelion Medium" pitchFamily="2" charset="77"/>
              </a:defRPr>
            </a:lvl1pPr>
            <a:lvl2pPr marL="457200" indent="0">
              <a:buNone/>
              <a:defRPr sz="3600" b="0" i="0">
                <a:solidFill>
                  <a:schemeClr val="bg1"/>
                </a:solidFill>
                <a:latin typeface="Gelion Medium" pitchFamily="2" charset="77"/>
              </a:defRPr>
            </a:lvl2pPr>
            <a:lvl3pPr marL="914400" indent="0">
              <a:buNone/>
              <a:defRPr sz="3600" b="0" i="0">
                <a:solidFill>
                  <a:schemeClr val="bg1"/>
                </a:solidFill>
                <a:latin typeface="Gelion Medium" pitchFamily="2" charset="77"/>
              </a:defRPr>
            </a:lvl3pPr>
            <a:lvl4pPr marL="1371600" indent="0">
              <a:buNone/>
              <a:defRPr sz="3600" b="0" i="0">
                <a:solidFill>
                  <a:schemeClr val="bg1"/>
                </a:solidFill>
                <a:latin typeface="Gelion Medium" pitchFamily="2" charset="77"/>
              </a:defRPr>
            </a:lvl4pPr>
            <a:lvl5pPr marL="1828800" indent="0">
              <a:buNone/>
              <a:defRPr sz="3600" b="0" i="0">
                <a:solidFill>
                  <a:schemeClr val="bg1"/>
                </a:solidFill>
                <a:latin typeface="Gelion Medium" pitchFamily="2" charset="77"/>
              </a:defRPr>
            </a:lvl5pPr>
          </a:lstStyle>
          <a:p>
            <a:pPr lvl="0"/>
            <a:endParaRPr lang="en-US" dirty="0"/>
          </a:p>
        </p:txBody>
      </p:sp>
      <p:pic>
        <p:nvPicPr>
          <p:cNvPr id="11" name="Picture 10">
            <a:extLst>
              <a:ext uri="{FF2B5EF4-FFF2-40B4-BE49-F238E27FC236}">
                <a16:creationId xmlns:a16="http://schemas.microsoft.com/office/drawing/2014/main" id="{E86AF167-194C-3D05-CAAC-31D74EA51C8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4459" y="164290"/>
            <a:ext cx="290883" cy="396658"/>
          </a:xfrm>
          <a:prstGeom prst="rect">
            <a:avLst/>
          </a:prstGeom>
        </p:spPr>
      </p:pic>
      <p:sp>
        <p:nvSpPr>
          <p:cNvPr id="12" name="Text Placeholder 24">
            <a:extLst>
              <a:ext uri="{FF2B5EF4-FFF2-40B4-BE49-F238E27FC236}">
                <a16:creationId xmlns:a16="http://schemas.microsoft.com/office/drawing/2014/main" id="{8230B617-5DEB-8A14-9788-9B7762D38665}"/>
              </a:ext>
            </a:extLst>
          </p:cNvPr>
          <p:cNvSpPr>
            <a:spLocks noGrp="1"/>
          </p:cNvSpPr>
          <p:nvPr>
            <p:ph type="body" sz="quarter" idx="17"/>
          </p:nvPr>
        </p:nvSpPr>
        <p:spPr>
          <a:xfrm>
            <a:off x="5212080" y="969264"/>
            <a:ext cx="6648997" cy="4919472"/>
          </a:xfrm>
          <a:prstGeom prst="rect">
            <a:avLst/>
          </a:prstGeom>
        </p:spPr>
        <p:txBody>
          <a:bodyPr anchor="ctr"/>
          <a:lstStyle>
            <a:lvl1pPr marL="0" indent="0">
              <a:buNone/>
              <a:defRPr sz="4400" b="0" i="0">
                <a:solidFill>
                  <a:srgbClr val="0559FA"/>
                </a:solidFill>
                <a:latin typeface="Gelion Medium" pitchFamily="2" charset="77"/>
              </a:defRPr>
            </a:lvl1pPr>
            <a:lvl2pPr marL="457200" indent="0">
              <a:buNone/>
              <a:defRPr sz="3600" b="0" i="0">
                <a:solidFill>
                  <a:schemeClr val="bg1"/>
                </a:solidFill>
                <a:latin typeface="Gelion Medium" pitchFamily="2" charset="77"/>
              </a:defRPr>
            </a:lvl2pPr>
            <a:lvl3pPr marL="914400" indent="0">
              <a:buNone/>
              <a:defRPr sz="3600" b="0" i="0">
                <a:solidFill>
                  <a:schemeClr val="bg1"/>
                </a:solidFill>
                <a:latin typeface="Gelion Medium" pitchFamily="2" charset="77"/>
              </a:defRPr>
            </a:lvl3pPr>
            <a:lvl4pPr marL="1371600" indent="0">
              <a:buNone/>
              <a:defRPr sz="3600" b="0" i="0">
                <a:solidFill>
                  <a:schemeClr val="bg1"/>
                </a:solidFill>
                <a:latin typeface="Gelion Medium" pitchFamily="2" charset="77"/>
              </a:defRPr>
            </a:lvl4pPr>
            <a:lvl5pPr marL="1828800" indent="0">
              <a:buNone/>
              <a:defRPr sz="3600" b="0" i="0">
                <a:solidFill>
                  <a:schemeClr val="bg1"/>
                </a:solidFill>
                <a:latin typeface="Gelion Medium" pitchFamily="2" charset="77"/>
              </a:defRPr>
            </a:lvl5pPr>
          </a:lstStyle>
          <a:p>
            <a:pPr lvl="0"/>
            <a:endParaRPr lang="en-US" dirty="0"/>
          </a:p>
        </p:txBody>
      </p:sp>
      <p:grpSp>
        <p:nvGrpSpPr>
          <p:cNvPr id="2" name="Group 1">
            <a:extLst>
              <a:ext uri="{FF2B5EF4-FFF2-40B4-BE49-F238E27FC236}">
                <a16:creationId xmlns:a16="http://schemas.microsoft.com/office/drawing/2014/main" id="{73B7139E-3B26-A2DF-7C64-7E21BACE718A}"/>
              </a:ext>
            </a:extLst>
          </p:cNvPr>
          <p:cNvGrpSpPr>
            <a:grpSpLocks noChangeAspect="1"/>
          </p:cNvGrpSpPr>
          <p:nvPr userDrawn="1"/>
        </p:nvGrpSpPr>
        <p:grpSpPr>
          <a:xfrm>
            <a:off x="11464290" y="6595224"/>
            <a:ext cx="346710" cy="92438"/>
            <a:chOff x="102243" y="472557"/>
            <a:chExt cx="205526" cy="54796"/>
          </a:xfrm>
        </p:grpSpPr>
        <p:sp>
          <p:nvSpPr>
            <p:cNvPr id="3" name="Freeform: Shape 90">
              <a:extLst>
                <a:ext uri="{FF2B5EF4-FFF2-40B4-BE49-F238E27FC236}">
                  <a16:creationId xmlns:a16="http://schemas.microsoft.com/office/drawing/2014/main" id="{85C9406B-913D-F740-88AB-0133699A7530}"/>
                </a:ext>
              </a:extLst>
            </p:cNvPr>
            <p:cNvSpPr/>
            <p:nvPr/>
          </p:nvSpPr>
          <p:spPr>
            <a:xfrm>
              <a:off x="177575" y="472557"/>
              <a:ext cx="54862" cy="54796"/>
            </a:xfrm>
            <a:custGeom>
              <a:avLst/>
              <a:gdLst>
                <a:gd name="connsiteX0" fmla="*/ 363194 w 726387"/>
                <a:gd name="connsiteY0" fmla="*/ 0 h 725516"/>
                <a:gd name="connsiteX1" fmla="*/ 726387 w 726387"/>
                <a:gd name="connsiteY1" fmla="*/ 362323 h 725516"/>
                <a:gd name="connsiteX2" fmla="*/ 363194 w 726387"/>
                <a:gd name="connsiteY2" fmla="*/ 725516 h 725516"/>
                <a:gd name="connsiteX3" fmla="*/ 0 w 726387"/>
                <a:gd name="connsiteY3" fmla="*/ 362323 h 725516"/>
                <a:gd name="connsiteX4" fmla="*/ 363194 w 726387"/>
                <a:gd name="connsiteY4" fmla="*/ 0 h 72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6387" h="725516">
                  <a:moveTo>
                    <a:pt x="363194" y="0"/>
                  </a:moveTo>
                  <a:cubicBezTo>
                    <a:pt x="563516" y="0"/>
                    <a:pt x="726387" y="162000"/>
                    <a:pt x="726387" y="362323"/>
                  </a:cubicBezTo>
                  <a:cubicBezTo>
                    <a:pt x="726387" y="563516"/>
                    <a:pt x="563516" y="725516"/>
                    <a:pt x="363194" y="725516"/>
                  </a:cubicBezTo>
                  <a:cubicBezTo>
                    <a:pt x="162871" y="725516"/>
                    <a:pt x="0" y="563516"/>
                    <a:pt x="0" y="362323"/>
                  </a:cubicBezTo>
                  <a:cubicBezTo>
                    <a:pt x="0" y="162000"/>
                    <a:pt x="162871" y="0"/>
                    <a:pt x="363194" y="0"/>
                  </a:cubicBezTo>
                  <a:close/>
                </a:path>
              </a:pathLst>
            </a:custGeom>
            <a:solidFill>
              <a:schemeClr val="accent2"/>
            </a:solidFill>
            <a:ln w="871" cap="flat">
              <a:noFill/>
              <a:prstDash val="solid"/>
              <a:miter/>
            </a:ln>
          </p:spPr>
          <p:txBody>
            <a:bodyPr rtlCol="0" anchor="ctr"/>
            <a:lstStyle/>
            <a:p>
              <a:endParaRPr lang="en-US" dirty="0">
                <a:latin typeface="Arial" panose="020B0604020202020204" pitchFamily="34" charset="0"/>
              </a:endParaRPr>
            </a:p>
          </p:txBody>
        </p:sp>
        <p:grpSp>
          <p:nvGrpSpPr>
            <p:cNvPr id="4" name="Graphic 6">
              <a:extLst>
                <a:ext uri="{FF2B5EF4-FFF2-40B4-BE49-F238E27FC236}">
                  <a16:creationId xmlns:a16="http://schemas.microsoft.com/office/drawing/2014/main" id="{D14A5565-E802-72A3-484C-0DF544BAB7DD}"/>
                </a:ext>
              </a:extLst>
            </p:cNvPr>
            <p:cNvGrpSpPr/>
            <p:nvPr/>
          </p:nvGrpSpPr>
          <p:grpSpPr>
            <a:xfrm>
              <a:off x="102243" y="472557"/>
              <a:ext cx="205526" cy="54796"/>
              <a:chOff x="4810159" y="1371774"/>
              <a:chExt cx="2721195" cy="725516"/>
            </a:xfrm>
          </p:grpSpPr>
          <p:sp>
            <p:nvSpPr>
              <p:cNvPr id="5" name="Freeform: Shape 92">
                <a:extLst>
                  <a:ext uri="{FF2B5EF4-FFF2-40B4-BE49-F238E27FC236}">
                    <a16:creationId xmlns:a16="http://schemas.microsoft.com/office/drawing/2014/main" id="{44CD8E32-9FED-3422-537E-059D39F0A6A5}"/>
                  </a:ext>
                </a:extLst>
              </p:cNvPr>
              <p:cNvSpPr/>
              <p:nvPr/>
            </p:nvSpPr>
            <p:spPr>
              <a:xfrm>
                <a:off x="4810159" y="1371774"/>
                <a:ext cx="725518" cy="725516"/>
              </a:xfrm>
              <a:custGeom>
                <a:avLst/>
                <a:gdLst>
                  <a:gd name="connsiteX0" fmla="*/ 363194 w 725516"/>
                  <a:gd name="connsiteY0" fmla="*/ 0 h 725516"/>
                  <a:gd name="connsiteX1" fmla="*/ 725516 w 725516"/>
                  <a:gd name="connsiteY1" fmla="*/ 362323 h 725516"/>
                  <a:gd name="connsiteX2" fmla="*/ 363194 w 725516"/>
                  <a:gd name="connsiteY2" fmla="*/ 725516 h 725516"/>
                  <a:gd name="connsiteX3" fmla="*/ 0 w 725516"/>
                  <a:gd name="connsiteY3" fmla="*/ 362323 h 725516"/>
                  <a:gd name="connsiteX4" fmla="*/ 363194 w 725516"/>
                  <a:gd name="connsiteY4" fmla="*/ 0 h 72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16" h="725516">
                    <a:moveTo>
                      <a:pt x="363194" y="0"/>
                    </a:moveTo>
                    <a:cubicBezTo>
                      <a:pt x="563516" y="0"/>
                      <a:pt x="725516" y="162000"/>
                      <a:pt x="725516" y="362323"/>
                    </a:cubicBezTo>
                    <a:cubicBezTo>
                      <a:pt x="725516" y="563516"/>
                      <a:pt x="563516" y="725516"/>
                      <a:pt x="363194" y="725516"/>
                    </a:cubicBezTo>
                    <a:cubicBezTo>
                      <a:pt x="162871" y="725516"/>
                      <a:pt x="0" y="563516"/>
                      <a:pt x="0" y="362323"/>
                    </a:cubicBezTo>
                    <a:cubicBezTo>
                      <a:pt x="0" y="162000"/>
                      <a:pt x="162871" y="0"/>
                      <a:pt x="363194" y="0"/>
                    </a:cubicBezTo>
                    <a:close/>
                  </a:path>
                </a:pathLst>
              </a:custGeom>
              <a:solidFill>
                <a:schemeClr val="accent1"/>
              </a:solidFill>
              <a:ln w="871" cap="flat">
                <a:noFill/>
                <a:prstDash val="solid"/>
                <a:miter/>
              </a:ln>
            </p:spPr>
            <p:txBody>
              <a:bodyPr rtlCol="0" anchor="ctr"/>
              <a:lstStyle/>
              <a:p>
                <a:endParaRPr lang="en-US" dirty="0">
                  <a:latin typeface="Arial" panose="020B0604020202020204" pitchFamily="34" charset="0"/>
                </a:endParaRPr>
              </a:p>
            </p:txBody>
          </p:sp>
          <p:sp>
            <p:nvSpPr>
              <p:cNvPr id="6" name="Freeform: Shape 93">
                <a:extLst>
                  <a:ext uri="{FF2B5EF4-FFF2-40B4-BE49-F238E27FC236}">
                    <a16:creationId xmlns:a16="http://schemas.microsoft.com/office/drawing/2014/main" id="{C3956169-0593-1005-24AC-FFA0E3A38436}"/>
                  </a:ext>
                </a:extLst>
              </p:cNvPr>
              <p:cNvSpPr/>
              <p:nvPr/>
            </p:nvSpPr>
            <p:spPr>
              <a:xfrm>
                <a:off x="6805838" y="1371774"/>
                <a:ext cx="725516" cy="725516"/>
              </a:xfrm>
              <a:custGeom>
                <a:avLst/>
                <a:gdLst>
                  <a:gd name="connsiteX0" fmla="*/ 362323 w 725516"/>
                  <a:gd name="connsiteY0" fmla="*/ 0 h 725516"/>
                  <a:gd name="connsiteX1" fmla="*/ 725516 w 725516"/>
                  <a:gd name="connsiteY1" fmla="*/ 362323 h 725516"/>
                  <a:gd name="connsiteX2" fmla="*/ 362323 w 725516"/>
                  <a:gd name="connsiteY2" fmla="*/ 725516 h 725516"/>
                  <a:gd name="connsiteX3" fmla="*/ 0 w 725516"/>
                  <a:gd name="connsiteY3" fmla="*/ 362323 h 725516"/>
                  <a:gd name="connsiteX4" fmla="*/ 362323 w 725516"/>
                  <a:gd name="connsiteY4" fmla="*/ 0 h 72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16" h="725516">
                    <a:moveTo>
                      <a:pt x="362323" y="0"/>
                    </a:moveTo>
                    <a:cubicBezTo>
                      <a:pt x="562645" y="0"/>
                      <a:pt x="725516" y="162000"/>
                      <a:pt x="725516" y="362323"/>
                    </a:cubicBezTo>
                    <a:cubicBezTo>
                      <a:pt x="725516" y="563516"/>
                      <a:pt x="562645" y="725516"/>
                      <a:pt x="362323" y="725516"/>
                    </a:cubicBezTo>
                    <a:cubicBezTo>
                      <a:pt x="162000" y="725516"/>
                      <a:pt x="0" y="563516"/>
                      <a:pt x="0" y="362323"/>
                    </a:cubicBezTo>
                    <a:cubicBezTo>
                      <a:pt x="0" y="162000"/>
                      <a:pt x="162000" y="0"/>
                      <a:pt x="362323" y="0"/>
                    </a:cubicBezTo>
                    <a:close/>
                  </a:path>
                </a:pathLst>
              </a:custGeom>
              <a:solidFill>
                <a:schemeClr val="accent3"/>
              </a:solidFill>
              <a:ln w="871" cap="flat">
                <a:noFill/>
                <a:prstDash val="solid"/>
                <a:miter/>
              </a:ln>
            </p:spPr>
            <p:txBody>
              <a:bodyPr rtlCol="0" anchor="ctr"/>
              <a:lstStyle/>
              <a:p>
                <a:endParaRPr lang="en-US">
                  <a:latin typeface="Arial" panose="020B0604020202020204" pitchFamily="34" charset="0"/>
                </a:endParaRPr>
              </a:p>
            </p:txBody>
          </p:sp>
        </p:grpSp>
      </p:grpSp>
      <p:pic>
        <p:nvPicPr>
          <p:cNvPr id="7" name="Graphic 6">
            <a:extLst>
              <a:ext uri="{FF2B5EF4-FFF2-40B4-BE49-F238E27FC236}">
                <a16:creationId xmlns:a16="http://schemas.microsoft.com/office/drawing/2014/main" id="{788CAB1A-6F4A-1B30-468F-3AC9FFA981E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664641" y="6603477"/>
            <a:ext cx="694237" cy="75932"/>
          </a:xfrm>
          <a:prstGeom prst="rect">
            <a:avLst/>
          </a:prstGeom>
        </p:spPr>
      </p:pic>
      <p:sp>
        <p:nvSpPr>
          <p:cNvPr id="10" name="TextBox 9">
            <a:extLst>
              <a:ext uri="{FF2B5EF4-FFF2-40B4-BE49-F238E27FC236}">
                <a16:creationId xmlns:a16="http://schemas.microsoft.com/office/drawing/2014/main" id="{E5831F3B-DD34-9268-F8B5-C98ECCA4FF74}"/>
              </a:ext>
            </a:extLst>
          </p:cNvPr>
          <p:cNvSpPr txBox="1"/>
          <p:nvPr userDrawn="1"/>
        </p:nvSpPr>
        <p:spPr>
          <a:xfrm>
            <a:off x="475342" y="6555659"/>
            <a:ext cx="8604015"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2">
                    <a:lumMod val="50000"/>
                  </a:schemeClr>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endParaRPr>
          </a:p>
        </p:txBody>
      </p:sp>
      <p:sp>
        <p:nvSpPr>
          <p:cNvPr id="20" name="TextBox 19">
            <a:extLst>
              <a:ext uri="{FF2B5EF4-FFF2-40B4-BE49-F238E27FC236}">
                <a16:creationId xmlns:a16="http://schemas.microsoft.com/office/drawing/2014/main" id="{CF3B91F2-2438-FB32-F04D-1B815D05B8B6}"/>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2">
                    <a:lumMod val="50000"/>
                  </a:schemeClr>
                </a:solidFill>
                <a:latin typeface="+mj-lt"/>
                <a:ea typeface="Roboto Condensed" panose="02000000000000000000" pitchFamily="2" charset="0"/>
                <a:cs typeface="Segoe UI" panose="020B0502040204020203" pitchFamily="34" charset="0"/>
              </a:rPr>
              <a:pPr algn="ctr"/>
              <a:t>‹#›</a:t>
            </a:fld>
            <a:endParaRPr lang="id-ID" sz="2400" b="1" dirty="0">
              <a:solidFill>
                <a:schemeClr val="bg2">
                  <a:lumMod val="50000"/>
                </a:schemeClr>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349074718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Master_Content_13">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306A3A17-DD47-4425-A6D9-C401F9E92F22}"/>
              </a:ext>
            </a:extLst>
          </p:cNvPr>
          <p:cNvSpPr>
            <a:spLocks noGrp="1"/>
          </p:cNvSpPr>
          <p:nvPr>
            <p:ph type="title"/>
          </p:nvPr>
        </p:nvSpPr>
        <p:spPr>
          <a:xfrm>
            <a:off x="838200" y="527880"/>
            <a:ext cx="10515600" cy="1150796"/>
          </a:xfrm>
          <a:prstGeom prst="rect">
            <a:avLst/>
          </a:prstGeom>
        </p:spPr>
        <p:txBody>
          <a:bodyPr vert="horz" lIns="91440" tIns="45720" rIns="91440" bIns="45720" rtlCol="0" anchor="t">
            <a:normAutofit/>
          </a:bodyPr>
          <a:lstStyle>
            <a:lvl1pPr>
              <a:defRPr sz="3200"/>
            </a:lvl1pPr>
          </a:lstStyle>
          <a:p>
            <a:r>
              <a:rPr lang="en-US" dirty="0"/>
              <a:t>Click to edit Master title style</a:t>
            </a:r>
          </a:p>
        </p:txBody>
      </p:sp>
      <p:sp>
        <p:nvSpPr>
          <p:cNvPr id="9" name="Text Placeholder 2">
            <a:extLst>
              <a:ext uri="{FF2B5EF4-FFF2-40B4-BE49-F238E27FC236}">
                <a16:creationId xmlns:a16="http://schemas.microsoft.com/office/drawing/2014/main" id="{360DDEE2-6BD0-7798-27D0-51F9566CD5B1}"/>
              </a:ext>
            </a:extLst>
          </p:cNvPr>
          <p:cNvSpPr>
            <a:spLocks noGrp="1"/>
          </p:cNvSpPr>
          <p:nvPr>
            <p:ph idx="1"/>
          </p:nvPr>
        </p:nvSpPr>
        <p:spPr>
          <a:xfrm>
            <a:off x="838200" y="1825625"/>
            <a:ext cx="10515600" cy="4351338"/>
          </a:xfrm>
          <a:prstGeom prst="rect">
            <a:avLst/>
          </a:prstGeom>
        </p:spPr>
        <p:txBody>
          <a:bodyPr vert="horz" lIns="91440" tIns="45720" rIns="91440" bIns="45720" rtlCol="0">
            <a:normAutofit/>
          </a:bodyPr>
          <a:lstStyle>
            <a:lvl1pPr>
              <a:defRPr b="0" i="0">
                <a:latin typeface="Gelion" pitchFamily="2" charset="77"/>
              </a:defRPr>
            </a:lvl1pPr>
            <a:lvl2pPr>
              <a:defRPr b="0" i="0">
                <a:latin typeface="Gelion" pitchFamily="2" charset="77"/>
              </a:defRPr>
            </a:lvl2pPr>
            <a:lvl3pPr>
              <a:defRPr b="0" i="0">
                <a:latin typeface="Gelion" pitchFamily="2" charset="77"/>
              </a:defRPr>
            </a:lvl3pPr>
            <a:lvl4pPr>
              <a:defRPr b="0" i="0">
                <a:latin typeface="Gelion" pitchFamily="2" charset="77"/>
              </a:defRPr>
            </a:lvl4pPr>
            <a:lvl5pPr>
              <a:defRPr b="0" i="0">
                <a:latin typeface="Gelion"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8926737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Master_Content_14">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3675D8-AF77-0447-667C-B7627A28341B}"/>
              </a:ext>
            </a:extLst>
          </p:cNvPr>
          <p:cNvSpPr/>
          <p:nvPr userDrawn="1"/>
        </p:nvSpPr>
        <p:spPr>
          <a:xfrm rot="5400000">
            <a:off x="2665476" y="-2665476"/>
            <a:ext cx="6858000" cy="12188952"/>
          </a:xfrm>
          <a:prstGeom prst="rect">
            <a:avLst/>
          </a:prstGeom>
          <a:gradFill>
            <a:gsLst>
              <a:gs pos="0">
                <a:srgbClr val="5827E3"/>
              </a:gs>
              <a:gs pos="86000">
                <a:srgbClr val="2F40EF"/>
              </a:gs>
            </a:gsLst>
            <a:lin ang="2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99C81736-1F58-6A1D-35D2-DFBF3D5714C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84459" y="162350"/>
            <a:ext cx="290884" cy="394101"/>
          </a:xfrm>
          <a:prstGeom prst="rect">
            <a:avLst/>
          </a:prstGeom>
        </p:spPr>
      </p:pic>
      <p:sp>
        <p:nvSpPr>
          <p:cNvPr id="9" name="Title 1">
            <a:extLst>
              <a:ext uri="{FF2B5EF4-FFF2-40B4-BE49-F238E27FC236}">
                <a16:creationId xmlns:a16="http://schemas.microsoft.com/office/drawing/2014/main" id="{C000EB6D-45E9-2AC2-BE34-73274E80683A}"/>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chemeClr val="bg1"/>
                </a:solidFill>
                <a:latin typeface="Gelion Semi Bold" pitchFamily="2" charset="77"/>
                <a:ea typeface="Poppins"/>
                <a:cs typeface="Poppins"/>
                <a:sym typeface="Poppins"/>
              </a:rPr>
              <a:t>For People, By People</a:t>
            </a:r>
            <a:endParaRPr lang="en-US" sz="1400" b="1" i="0" spc="0" dirty="0">
              <a:solidFill>
                <a:schemeClr val="bg1"/>
              </a:solidFill>
              <a:latin typeface="Gelion Semi Bold" pitchFamily="2" charset="77"/>
            </a:endParaRPr>
          </a:p>
        </p:txBody>
      </p:sp>
      <p:sp>
        <p:nvSpPr>
          <p:cNvPr id="12" name="Text Placeholder 25">
            <a:extLst>
              <a:ext uri="{FF2B5EF4-FFF2-40B4-BE49-F238E27FC236}">
                <a16:creationId xmlns:a16="http://schemas.microsoft.com/office/drawing/2014/main" id="{C38C4272-2795-15FF-FCBE-008CFC0E3E73}"/>
              </a:ext>
            </a:extLst>
          </p:cNvPr>
          <p:cNvSpPr>
            <a:spLocks noGrp="1"/>
          </p:cNvSpPr>
          <p:nvPr>
            <p:ph type="body" sz="quarter" idx="10"/>
          </p:nvPr>
        </p:nvSpPr>
        <p:spPr>
          <a:xfrm>
            <a:off x="929284" y="250722"/>
            <a:ext cx="8509684" cy="1444164"/>
          </a:xfrm>
          <a:prstGeom prst="rect">
            <a:avLst/>
          </a:prstGeom>
        </p:spPr>
        <p:txBody>
          <a:bodyPr lIns="45720"/>
          <a:lstStyle>
            <a:lvl1pPr marL="0" indent="0">
              <a:lnSpc>
                <a:spcPct val="100000"/>
              </a:lnSpc>
              <a:buNone/>
              <a:defRPr sz="3600" b="1" i="0">
                <a:solidFill>
                  <a:schemeClr val="bg1"/>
                </a:solidFill>
                <a:latin typeface="+mj-lt"/>
              </a:defRPr>
            </a:lvl1pPr>
          </a:lstStyle>
          <a:p>
            <a:r>
              <a:rPr lang="en-US" dirty="0"/>
              <a:t>Click to edit Master text styles</a:t>
            </a:r>
          </a:p>
        </p:txBody>
      </p:sp>
      <p:sp>
        <p:nvSpPr>
          <p:cNvPr id="13" name="Text Placeholder 25">
            <a:extLst>
              <a:ext uri="{FF2B5EF4-FFF2-40B4-BE49-F238E27FC236}">
                <a16:creationId xmlns:a16="http://schemas.microsoft.com/office/drawing/2014/main" id="{9694E22D-4E4C-0209-12F5-6171E778FE57}"/>
              </a:ext>
            </a:extLst>
          </p:cNvPr>
          <p:cNvSpPr>
            <a:spLocks noGrp="1"/>
          </p:cNvSpPr>
          <p:nvPr>
            <p:ph type="body" sz="quarter" idx="11" hasCustomPrompt="1"/>
          </p:nvPr>
        </p:nvSpPr>
        <p:spPr>
          <a:xfrm>
            <a:off x="929284" y="1784555"/>
            <a:ext cx="4424381" cy="1444164"/>
          </a:xfrm>
          <a:prstGeom prst="rect">
            <a:avLst/>
          </a:prstGeom>
        </p:spPr>
        <p:txBody>
          <a:bodyPr/>
          <a:lstStyle>
            <a:lvl1pPr marL="0" indent="0">
              <a:buNone/>
              <a:defRPr sz="1400" b="0" i="0">
                <a:solidFill>
                  <a:schemeClr val="bg1"/>
                </a:solidFill>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4" name="TextBox 3">
            <a:extLst>
              <a:ext uri="{FF2B5EF4-FFF2-40B4-BE49-F238E27FC236}">
                <a16:creationId xmlns:a16="http://schemas.microsoft.com/office/drawing/2014/main" id="{A7532FD0-F03D-1233-54EB-612842A148D7}"/>
              </a:ext>
            </a:extLst>
          </p:cNvPr>
          <p:cNvSpPr txBox="1"/>
          <p:nvPr userDrawn="1"/>
        </p:nvSpPr>
        <p:spPr>
          <a:xfrm>
            <a:off x="475342" y="6555659"/>
            <a:ext cx="8604015"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2"/>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2"/>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solidFill>
              <a:effectLst/>
              <a:latin typeface="Gelion" pitchFamily="2" charset="77"/>
              <a:ea typeface="DengXian" panose="02010600030101010101" pitchFamily="2" charset="-122"/>
              <a:cs typeface="Arial" panose="020B0604020202020204" pitchFamily="34" charset="0"/>
            </a:endParaRPr>
          </a:p>
        </p:txBody>
      </p:sp>
      <p:sp>
        <p:nvSpPr>
          <p:cNvPr id="5" name="TextBox 4">
            <a:extLst>
              <a:ext uri="{FF2B5EF4-FFF2-40B4-BE49-F238E27FC236}">
                <a16:creationId xmlns:a16="http://schemas.microsoft.com/office/drawing/2014/main" id="{2251F2D0-16D7-52D4-6573-7FE69E231A90}"/>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2"/>
                </a:solidFill>
                <a:latin typeface="+mj-lt"/>
                <a:ea typeface="Roboto Condensed" panose="02000000000000000000" pitchFamily="2" charset="0"/>
                <a:cs typeface="Segoe UI" panose="020B0502040204020203" pitchFamily="34" charset="0"/>
              </a:rPr>
              <a:pPr algn="ctr"/>
              <a:t>‹#›</a:t>
            </a:fld>
            <a:endParaRPr lang="id-ID" sz="2400" b="1" dirty="0">
              <a:solidFill>
                <a:schemeClr val="bg2"/>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28691181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Master_Content_15">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04CC803-B0C3-ED8A-168D-DEF333D613DA}"/>
              </a:ext>
            </a:extLst>
          </p:cNvPr>
          <p:cNvSpPr/>
          <p:nvPr userDrawn="1"/>
        </p:nvSpPr>
        <p:spPr>
          <a:xfrm>
            <a:off x="1" y="0"/>
            <a:ext cx="12191998" cy="6858000"/>
          </a:xfrm>
          <a:prstGeom prst="rect">
            <a:avLst/>
          </a:prstGeom>
          <a:gradFill>
            <a:gsLst>
              <a:gs pos="15000">
                <a:srgbClr val="BA33CA"/>
              </a:gs>
              <a:gs pos="92000">
                <a:srgbClr val="5827E3"/>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EC6561"/>
                </a:solidFill>
              </a:rPr>
              <a:t> </a:t>
            </a:r>
          </a:p>
        </p:txBody>
      </p:sp>
      <p:pic>
        <p:nvPicPr>
          <p:cNvPr id="8" name="Picture 7">
            <a:extLst>
              <a:ext uri="{FF2B5EF4-FFF2-40B4-BE49-F238E27FC236}">
                <a16:creationId xmlns:a16="http://schemas.microsoft.com/office/drawing/2014/main" id="{99C81736-1F58-6A1D-35D2-DFBF3D5714C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84459" y="162350"/>
            <a:ext cx="290884" cy="394101"/>
          </a:xfrm>
          <a:prstGeom prst="rect">
            <a:avLst/>
          </a:prstGeom>
        </p:spPr>
      </p:pic>
      <p:sp>
        <p:nvSpPr>
          <p:cNvPr id="9" name="Title 1">
            <a:extLst>
              <a:ext uri="{FF2B5EF4-FFF2-40B4-BE49-F238E27FC236}">
                <a16:creationId xmlns:a16="http://schemas.microsoft.com/office/drawing/2014/main" id="{C000EB6D-45E9-2AC2-BE34-73274E80683A}"/>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chemeClr val="bg1"/>
                </a:solidFill>
                <a:latin typeface="Gelion Semi Bold" pitchFamily="2" charset="77"/>
                <a:ea typeface="Poppins"/>
                <a:cs typeface="Poppins"/>
                <a:sym typeface="Poppins"/>
              </a:rPr>
              <a:t>For People, By People</a:t>
            </a:r>
            <a:endParaRPr lang="en-US" sz="1400" b="1" i="0" spc="0" dirty="0">
              <a:solidFill>
                <a:schemeClr val="bg1"/>
              </a:solidFill>
              <a:latin typeface="Gelion Semi Bold" pitchFamily="2" charset="77"/>
            </a:endParaRPr>
          </a:p>
        </p:txBody>
      </p:sp>
      <p:sp>
        <p:nvSpPr>
          <p:cNvPr id="13" name="Text Placeholder 25">
            <a:extLst>
              <a:ext uri="{FF2B5EF4-FFF2-40B4-BE49-F238E27FC236}">
                <a16:creationId xmlns:a16="http://schemas.microsoft.com/office/drawing/2014/main" id="{9694E22D-4E4C-0209-12F5-6171E778FE57}"/>
              </a:ext>
            </a:extLst>
          </p:cNvPr>
          <p:cNvSpPr>
            <a:spLocks noGrp="1"/>
          </p:cNvSpPr>
          <p:nvPr>
            <p:ph type="body" sz="quarter" idx="11" hasCustomPrompt="1"/>
          </p:nvPr>
        </p:nvSpPr>
        <p:spPr>
          <a:xfrm>
            <a:off x="929284" y="1784555"/>
            <a:ext cx="4424381" cy="1444164"/>
          </a:xfrm>
          <a:prstGeom prst="rect">
            <a:avLst/>
          </a:prstGeom>
        </p:spPr>
        <p:txBody>
          <a:bodyPr/>
          <a:lstStyle>
            <a:lvl1pPr marL="0" indent="0">
              <a:buNone/>
              <a:defRPr sz="1400" b="0" i="0">
                <a:solidFill>
                  <a:schemeClr val="bg1"/>
                </a:solidFill>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2" name="Text Placeholder 25">
            <a:extLst>
              <a:ext uri="{FF2B5EF4-FFF2-40B4-BE49-F238E27FC236}">
                <a16:creationId xmlns:a16="http://schemas.microsoft.com/office/drawing/2014/main" id="{53060872-DA91-2EF1-5D5C-DEB128912AC3}"/>
              </a:ext>
            </a:extLst>
          </p:cNvPr>
          <p:cNvSpPr>
            <a:spLocks noGrp="1"/>
          </p:cNvSpPr>
          <p:nvPr>
            <p:ph type="body" sz="quarter" idx="10"/>
          </p:nvPr>
        </p:nvSpPr>
        <p:spPr>
          <a:xfrm>
            <a:off x="929284" y="250722"/>
            <a:ext cx="8509684" cy="1444164"/>
          </a:xfrm>
          <a:prstGeom prst="rect">
            <a:avLst/>
          </a:prstGeom>
        </p:spPr>
        <p:txBody>
          <a:bodyPr lIns="45720"/>
          <a:lstStyle>
            <a:lvl1pPr marL="0" indent="0">
              <a:lnSpc>
                <a:spcPct val="100000"/>
              </a:lnSpc>
              <a:buNone/>
              <a:defRPr sz="3600" b="1" i="0">
                <a:solidFill>
                  <a:schemeClr val="bg1"/>
                </a:solidFill>
                <a:latin typeface="+mj-lt"/>
              </a:defRPr>
            </a:lvl1pPr>
          </a:lstStyle>
          <a:p>
            <a:r>
              <a:rPr lang="en-US" dirty="0"/>
              <a:t>Click to edit Master text styles</a:t>
            </a:r>
          </a:p>
        </p:txBody>
      </p:sp>
      <p:sp>
        <p:nvSpPr>
          <p:cNvPr id="5" name="TextBox 4">
            <a:extLst>
              <a:ext uri="{FF2B5EF4-FFF2-40B4-BE49-F238E27FC236}">
                <a16:creationId xmlns:a16="http://schemas.microsoft.com/office/drawing/2014/main" id="{8EC84067-E48F-9CEA-C40D-E6377DEF1718}"/>
              </a:ext>
            </a:extLst>
          </p:cNvPr>
          <p:cNvSpPr txBox="1"/>
          <p:nvPr userDrawn="1"/>
        </p:nvSpPr>
        <p:spPr>
          <a:xfrm>
            <a:off x="475342" y="6555659"/>
            <a:ext cx="8604015"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2"/>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2"/>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solidFill>
              <a:effectLst/>
              <a:latin typeface="Gelion" pitchFamily="2" charset="77"/>
              <a:ea typeface="DengXian" panose="02010600030101010101" pitchFamily="2" charset="-122"/>
              <a:cs typeface="Arial" panose="020B0604020202020204" pitchFamily="34" charset="0"/>
            </a:endParaRPr>
          </a:p>
        </p:txBody>
      </p:sp>
      <p:sp>
        <p:nvSpPr>
          <p:cNvPr id="6" name="TextBox 5">
            <a:extLst>
              <a:ext uri="{FF2B5EF4-FFF2-40B4-BE49-F238E27FC236}">
                <a16:creationId xmlns:a16="http://schemas.microsoft.com/office/drawing/2014/main" id="{77D0C98E-84EC-4569-07AE-BF121D7B3358}"/>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2"/>
                </a:solidFill>
                <a:latin typeface="+mj-lt"/>
                <a:ea typeface="Roboto Condensed" panose="02000000000000000000" pitchFamily="2" charset="0"/>
                <a:cs typeface="Segoe UI" panose="020B0502040204020203" pitchFamily="34" charset="0"/>
              </a:rPr>
              <a:pPr algn="ctr"/>
              <a:t>‹#›</a:t>
            </a:fld>
            <a:endParaRPr lang="id-ID" sz="2400" b="1" dirty="0">
              <a:solidFill>
                <a:schemeClr val="bg2"/>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167415582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Master_Content_16">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CA95113-1F85-51BB-EC06-1D86BE5171D5}"/>
              </a:ext>
            </a:extLst>
          </p:cNvPr>
          <p:cNvSpPr/>
          <p:nvPr userDrawn="1"/>
        </p:nvSpPr>
        <p:spPr>
          <a:xfrm>
            <a:off x="1" y="0"/>
            <a:ext cx="12191998" cy="6858000"/>
          </a:xfrm>
          <a:prstGeom prst="rect">
            <a:avLst/>
          </a:prstGeom>
          <a:gradFill>
            <a:gsLst>
              <a:gs pos="0">
                <a:schemeClr val="accent4"/>
              </a:gs>
              <a:gs pos="7000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EC6561"/>
                </a:solidFill>
              </a:rPr>
              <a:t> </a:t>
            </a:r>
          </a:p>
        </p:txBody>
      </p:sp>
      <p:pic>
        <p:nvPicPr>
          <p:cNvPr id="8" name="Picture 7">
            <a:extLst>
              <a:ext uri="{FF2B5EF4-FFF2-40B4-BE49-F238E27FC236}">
                <a16:creationId xmlns:a16="http://schemas.microsoft.com/office/drawing/2014/main" id="{99C81736-1F58-6A1D-35D2-DFBF3D5714C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84459" y="162350"/>
            <a:ext cx="290884" cy="394101"/>
          </a:xfrm>
          <a:prstGeom prst="rect">
            <a:avLst/>
          </a:prstGeom>
        </p:spPr>
      </p:pic>
      <p:sp>
        <p:nvSpPr>
          <p:cNvPr id="9" name="Title 1">
            <a:extLst>
              <a:ext uri="{FF2B5EF4-FFF2-40B4-BE49-F238E27FC236}">
                <a16:creationId xmlns:a16="http://schemas.microsoft.com/office/drawing/2014/main" id="{C000EB6D-45E9-2AC2-BE34-73274E80683A}"/>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chemeClr val="bg1"/>
                </a:solidFill>
                <a:latin typeface="Gelion Semi Bold" pitchFamily="2" charset="77"/>
                <a:ea typeface="Poppins"/>
                <a:cs typeface="Poppins"/>
                <a:sym typeface="Poppins"/>
              </a:rPr>
              <a:t>For People, By People</a:t>
            </a:r>
            <a:endParaRPr lang="en-US" sz="1400" b="1" i="0" spc="0" dirty="0">
              <a:solidFill>
                <a:schemeClr val="bg1"/>
              </a:solidFill>
              <a:latin typeface="Gelion Semi Bold" pitchFamily="2" charset="77"/>
            </a:endParaRPr>
          </a:p>
        </p:txBody>
      </p:sp>
      <p:sp>
        <p:nvSpPr>
          <p:cNvPr id="13" name="Text Placeholder 25">
            <a:extLst>
              <a:ext uri="{FF2B5EF4-FFF2-40B4-BE49-F238E27FC236}">
                <a16:creationId xmlns:a16="http://schemas.microsoft.com/office/drawing/2014/main" id="{9694E22D-4E4C-0209-12F5-6171E778FE57}"/>
              </a:ext>
            </a:extLst>
          </p:cNvPr>
          <p:cNvSpPr>
            <a:spLocks noGrp="1"/>
          </p:cNvSpPr>
          <p:nvPr>
            <p:ph type="body" sz="quarter" idx="11" hasCustomPrompt="1"/>
          </p:nvPr>
        </p:nvSpPr>
        <p:spPr>
          <a:xfrm>
            <a:off x="929284" y="1784555"/>
            <a:ext cx="4424381" cy="1444164"/>
          </a:xfrm>
          <a:prstGeom prst="rect">
            <a:avLst/>
          </a:prstGeom>
        </p:spPr>
        <p:txBody>
          <a:bodyPr/>
          <a:lstStyle>
            <a:lvl1pPr marL="0" indent="0">
              <a:buNone/>
              <a:defRPr sz="1400" b="0" i="0">
                <a:solidFill>
                  <a:schemeClr val="bg1"/>
                </a:solidFill>
                <a:latin typeface="Gelion" pitchFamily="2" charset="77"/>
              </a:defRPr>
            </a:lvl1pPr>
          </a:lstStyle>
          <a:p>
            <a:pPr>
              <a:lnSpc>
                <a:spcPct val="100000"/>
              </a:lnSpc>
            </a:pPr>
            <a:r>
              <a:rPr lang="en-US" kern="100" dirty="0">
                <a:ea typeface="DengXian" panose="02010600030101010101" pitchFamily="2" charset="-122"/>
                <a:cs typeface="Arial" panose="020B0604020202020204" pitchFamily="34" charset="0"/>
              </a:rPr>
              <a:t>Lorem ipsum dolor sit </a:t>
            </a:r>
            <a:r>
              <a:rPr lang="en-US" kern="100" dirty="0" err="1">
                <a:ea typeface="DengXian" panose="02010600030101010101" pitchFamily="2" charset="-122"/>
                <a:cs typeface="Arial" panose="020B0604020202020204" pitchFamily="34" charset="0"/>
              </a:rPr>
              <a:t>amet</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officia</a:t>
            </a:r>
            <a:r>
              <a:rPr lang="en-US" kern="100" dirty="0">
                <a:ea typeface="DengXian" panose="02010600030101010101" pitchFamily="2" charset="-122"/>
                <a:cs typeface="Arial" panose="020B0604020202020204" pitchFamily="34" charset="0"/>
              </a:rPr>
              <a:t> eius quo </a:t>
            </a:r>
            <a:r>
              <a:rPr lang="en-US" kern="100" dirty="0" err="1">
                <a:ea typeface="DengXian" panose="02010600030101010101" pitchFamily="2" charset="-122"/>
                <a:cs typeface="Arial" panose="020B0604020202020204" pitchFamily="34" charset="0"/>
              </a:rPr>
              <a:t>molestias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eum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omnis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asperiores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aut</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laudantium</a:t>
            </a:r>
            <a:r>
              <a:rPr lang="en-US" kern="100" dirty="0">
                <a:ea typeface="DengXian" panose="02010600030101010101" pitchFamily="2" charset="-122"/>
                <a:cs typeface="Arial" panose="020B0604020202020204" pitchFamily="34" charset="0"/>
              </a:rPr>
              <a:t> et </a:t>
            </a:r>
            <a:r>
              <a:rPr lang="en-US" kern="100" dirty="0" err="1">
                <a:ea typeface="DengXian" panose="02010600030101010101" pitchFamily="2" charset="-122"/>
                <a:cs typeface="Arial" panose="020B0604020202020204" pitchFamily="34" charset="0"/>
              </a:rPr>
              <a:t>doloribus</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dolores</a:t>
            </a:r>
            <a:r>
              <a:rPr lang="en-US" kern="100" dirty="0">
                <a:ea typeface="DengXian" panose="02010600030101010101" pitchFamily="2" charset="-122"/>
                <a:cs typeface="Arial" panose="020B0604020202020204" pitchFamily="34" charset="0"/>
              </a:rPr>
              <a:t> quo </a:t>
            </a:r>
            <a:r>
              <a:rPr lang="en-US" kern="100" dirty="0" err="1">
                <a:ea typeface="DengXian" panose="02010600030101010101" pitchFamily="2" charset="-122"/>
                <a:cs typeface="Arial" panose="020B0604020202020204" pitchFamily="34" charset="0"/>
              </a:rPr>
              <a:t>enim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voluptate</a:t>
            </a:r>
            <a:r>
              <a:rPr lang="en-US" kern="100" dirty="0">
                <a:ea typeface="DengXian" panose="02010600030101010101" pitchFamily="2" charset="-122"/>
                <a:cs typeface="Arial" panose="020B0604020202020204" pitchFamily="34" charset="0"/>
              </a:rPr>
              <a:t>. Non </a:t>
            </a:r>
            <a:r>
              <a:rPr lang="en-US" kern="100" dirty="0" err="1">
                <a:ea typeface="DengXian" panose="02010600030101010101" pitchFamily="2" charset="-122"/>
                <a:cs typeface="Arial" panose="020B0604020202020204" pitchFamily="34" charset="0"/>
              </a:rPr>
              <a:t>quisquam</a:t>
            </a:r>
            <a:r>
              <a:rPr lang="en-US" kern="100" dirty="0">
                <a:ea typeface="DengXian" panose="02010600030101010101" pitchFamily="2" charset="-122"/>
                <a:cs typeface="Arial" panose="020B0604020202020204" pitchFamily="34" charset="0"/>
              </a:rPr>
              <a:t> </a:t>
            </a:r>
            <a:r>
              <a:rPr lang="en-US" kern="100" dirty="0" err="1">
                <a:ea typeface="DengXian" panose="02010600030101010101" pitchFamily="2" charset="-122"/>
                <a:cs typeface="Arial" panose="020B0604020202020204" pitchFamily="34" charset="0"/>
              </a:rPr>
              <a:t>quam</a:t>
            </a:r>
            <a:r>
              <a:rPr lang="en-US" kern="100" dirty="0">
                <a:ea typeface="DengXian" panose="02010600030101010101" pitchFamily="2" charset="-122"/>
                <a:cs typeface="Arial" panose="020B0604020202020204" pitchFamily="34" charset="0"/>
              </a:rPr>
              <a:t> et rerum.</a:t>
            </a:r>
            <a:endParaRPr lang="en-IE" kern="100" dirty="0">
              <a:ea typeface="DengXian" panose="02010600030101010101" pitchFamily="2" charset="-122"/>
              <a:cs typeface="Arial" panose="020B0604020202020204" pitchFamily="34" charset="0"/>
            </a:endParaRPr>
          </a:p>
        </p:txBody>
      </p:sp>
      <p:sp>
        <p:nvSpPr>
          <p:cNvPr id="4" name="Text Placeholder 25">
            <a:extLst>
              <a:ext uri="{FF2B5EF4-FFF2-40B4-BE49-F238E27FC236}">
                <a16:creationId xmlns:a16="http://schemas.microsoft.com/office/drawing/2014/main" id="{C3BC6648-F821-4C66-CF35-5816BC0ED715}"/>
              </a:ext>
            </a:extLst>
          </p:cNvPr>
          <p:cNvSpPr>
            <a:spLocks noGrp="1"/>
          </p:cNvSpPr>
          <p:nvPr>
            <p:ph type="body" sz="quarter" idx="10"/>
          </p:nvPr>
        </p:nvSpPr>
        <p:spPr>
          <a:xfrm>
            <a:off x="929284" y="250722"/>
            <a:ext cx="8509684" cy="1444164"/>
          </a:xfrm>
          <a:prstGeom prst="rect">
            <a:avLst/>
          </a:prstGeom>
        </p:spPr>
        <p:txBody>
          <a:bodyPr lIns="45720"/>
          <a:lstStyle>
            <a:lvl1pPr marL="0" indent="0">
              <a:lnSpc>
                <a:spcPct val="100000"/>
              </a:lnSpc>
              <a:buNone/>
              <a:defRPr sz="3600" b="1" i="0">
                <a:solidFill>
                  <a:schemeClr val="bg1"/>
                </a:solidFill>
                <a:latin typeface="+mj-lt"/>
              </a:defRPr>
            </a:lvl1pPr>
          </a:lstStyle>
          <a:p>
            <a:r>
              <a:rPr lang="en-US" dirty="0"/>
              <a:t>Click to edit Master text styles</a:t>
            </a:r>
          </a:p>
        </p:txBody>
      </p:sp>
      <p:sp>
        <p:nvSpPr>
          <p:cNvPr id="5" name="TextBox 4">
            <a:extLst>
              <a:ext uri="{FF2B5EF4-FFF2-40B4-BE49-F238E27FC236}">
                <a16:creationId xmlns:a16="http://schemas.microsoft.com/office/drawing/2014/main" id="{29480C8A-3D41-47F0-76C0-FD983A46CEC7}"/>
              </a:ext>
            </a:extLst>
          </p:cNvPr>
          <p:cNvSpPr txBox="1"/>
          <p:nvPr userDrawn="1"/>
        </p:nvSpPr>
        <p:spPr>
          <a:xfrm>
            <a:off x="475342" y="6555659"/>
            <a:ext cx="8604015"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2"/>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2"/>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solidFill>
              <a:effectLst/>
              <a:latin typeface="Gelion" pitchFamily="2" charset="77"/>
              <a:ea typeface="DengXian" panose="02010600030101010101" pitchFamily="2" charset="-122"/>
              <a:cs typeface="Arial" panose="020B0604020202020204" pitchFamily="34" charset="0"/>
            </a:endParaRPr>
          </a:p>
        </p:txBody>
      </p:sp>
      <p:sp>
        <p:nvSpPr>
          <p:cNvPr id="6" name="TextBox 5">
            <a:extLst>
              <a:ext uri="{FF2B5EF4-FFF2-40B4-BE49-F238E27FC236}">
                <a16:creationId xmlns:a16="http://schemas.microsoft.com/office/drawing/2014/main" id="{169618B8-9D6B-D1D4-17DA-ADCCF622FFD9}"/>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2"/>
                </a:solidFill>
                <a:latin typeface="+mj-lt"/>
                <a:ea typeface="Roboto Condensed" panose="02000000000000000000" pitchFamily="2" charset="0"/>
                <a:cs typeface="Segoe UI" panose="020B0502040204020203" pitchFamily="34" charset="0"/>
              </a:rPr>
              <a:pPr algn="ctr"/>
              <a:t>‹#›</a:t>
            </a:fld>
            <a:endParaRPr lang="id-ID" sz="2400" b="1" dirty="0">
              <a:solidFill>
                <a:schemeClr val="bg2"/>
              </a:solidFill>
              <a:latin typeface="+mj-lt"/>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22956170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Master_Closing_0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3675D8-AF77-0447-667C-B7627A28341B}"/>
              </a:ext>
            </a:extLst>
          </p:cNvPr>
          <p:cNvSpPr/>
          <p:nvPr userDrawn="1"/>
        </p:nvSpPr>
        <p:spPr>
          <a:xfrm rot="5400000">
            <a:off x="2665476" y="-2665476"/>
            <a:ext cx="6858000" cy="12188952"/>
          </a:xfrm>
          <a:prstGeom prst="rect">
            <a:avLst/>
          </a:prstGeom>
          <a:gradFill>
            <a:gsLst>
              <a:gs pos="0">
                <a:srgbClr val="5827E3"/>
              </a:gs>
              <a:gs pos="86000">
                <a:srgbClr val="2F40EF"/>
              </a:gs>
            </a:gsLst>
            <a:lin ang="2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A person wearing glasses and a yellow coat&#10;&#10;Description automatically generated">
            <a:extLst>
              <a:ext uri="{FF2B5EF4-FFF2-40B4-BE49-F238E27FC236}">
                <a16:creationId xmlns:a16="http://schemas.microsoft.com/office/drawing/2014/main" id="{AD395F2E-0100-F206-A377-F034E66893C3}"/>
              </a:ext>
            </a:extLst>
          </p:cNvPr>
          <p:cNvPicPr>
            <a:picLocks noChangeAspect="1"/>
          </p:cNvPicPr>
          <p:nvPr userDrawn="1"/>
        </p:nvPicPr>
        <p:blipFill>
          <a:blip r:embed="rId2">
            <a:alphaModFix amt="8000"/>
          </a:blip>
          <a:stretch>
            <a:fillRect/>
          </a:stretch>
        </p:blipFill>
        <p:spPr>
          <a:xfrm>
            <a:off x="2667000" y="0"/>
            <a:ext cx="6858000" cy="6858000"/>
          </a:xfrm>
          <a:prstGeom prst="rect">
            <a:avLst/>
          </a:prstGeom>
        </p:spPr>
      </p:pic>
      <p:pic>
        <p:nvPicPr>
          <p:cNvPr id="4" name="Picture 3">
            <a:extLst>
              <a:ext uri="{FF2B5EF4-FFF2-40B4-BE49-F238E27FC236}">
                <a16:creationId xmlns:a16="http://schemas.microsoft.com/office/drawing/2014/main" id="{08F2DF0E-5D32-3034-4F26-914094D278F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396288" y="5404727"/>
            <a:ext cx="1399425" cy="462365"/>
          </a:xfrm>
          <a:prstGeom prst="rect">
            <a:avLst/>
          </a:prstGeom>
        </p:spPr>
      </p:pic>
      <p:sp>
        <p:nvSpPr>
          <p:cNvPr id="5" name="Title 1">
            <a:extLst>
              <a:ext uri="{FF2B5EF4-FFF2-40B4-BE49-F238E27FC236}">
                <a16:creationId xmlns:a16="http://schemas.microsoft.com/office/drawing/2014/main" id="{D449A5C1-E21F-3B6B-605A-39355CC68C32}"/>
              </a:ext>
            </a:extLst>
          </p:cNvPr>
          <p:cNvSpPr txBox="1">
            <a:spLocks/>
          </p:cNvSpPr>
          <p:nvPr userDrawn="1"/>
        </p:nvSpPr>
        <p:spPr>
          <a:xfrm>
            <a:off x="4664575" y="6004144"/>
            <a:ext cx="2862851" cy="411589"/>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ctr"/>
            <a:r>
              <a:rPr lang="en-US" sz="1800" b="1" i="0" spc="0" dirty="0">
                <a:solidFill>
                  <a:schemeClr val="bg1"/>
                </a:solidFill>
                <a:latin typeface="Gelion Semi Bold" pitchFamily="2" charset="77"/>
                <a:ea typeface="Poppins"/>
                <a:cs typeface="Poppins"/>
                <a:sym typeface="Poppins"/>
              </a:rPr>
              <a:t>For People, By People</a:t>
            </a:r>
            <a:endParaRPr lang="en-US" sz="1800" b="1" i="0" spc="0" dirty="0">
              <a:solidFill>
                <a:schemeClr val="bg1"/>
              </a:solidFill>
              <a:latin typeface="Gelion Semi Bold" pitchFamily="2" charset="77"/>
            </a:endParaRPr>
          </a:p>
        </p:txBody>
      </p:sp>
      <p:sp>
        <p:nvSpPr>
          <p:cNvPr id="6" name="Text Placeholder 25">
            <a:extLst>
              <a:ext uri="{FF2B5EF4-FFF2-40B4-BE49-F238E27FC236}">
                <a16:creationId xmlns:a16="http://schemas.microsoft.com/office/drawing/2014/main" id="{80077796-C21C-7193-77BC-33D3365DD5AA}"/>
              </a:ext>
            </a:extLst>
          </p:cNvPr>
          <p:cNvSpPr>
            <a:spLocks noGrp="1"/>
          </p:cNvSpPr>
          <p:nvPr>
            <p:ph type="body" sz="quarter" idx="10"/>
          </p:nvPr>
        </p:nvSpPr>
        <p:spPr>
          <a:xfrm>
            <a:off x="1841158" y="2712719"/>
            <a:ext cx="8509684" cy="1036321"/>
          </a:xfrm>
          <a:prstGeom prst="rect">
            <a:avLst/>
          </a:prstGeom>
        </p:spPr>
        <p:txBody>
          <a:bodyPr lIns="45720"/>
          <a:lstStyle>
            <a:lvl1pPr marL="0" indent="0" algn="ctr">
              <a:buNone/>
              <a:defRPr sz="5400" b="1" i="0">
                <a:solidFill>
                  <a:schemeClr val="bg1"/>
                </a:solidFill>
                <a:latin typeface="+mj-lt"/>
              </a:defRPr>
            </a:lvl1pPr>
          </a:lstStyle>
          <a:p>
            <a:endParaRPr lang="en-US" dirty="0"/>
          </a:p>
        </p:txBody>
      </p:sp>
    </p:spTree>
    <p:extLst>
      <p:ext uri="{BB962C8B-B14F-4D97-AF65-F5344CB8AC3E}">
        <p14:creationId xmlns:p14="http://schemas.microsoft.com/office/powerpoint/2010/main" val="361091041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Master_Closing_0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C25AEB6-C41D-2D2B-D281-0E7D177E074C}"/>
              </a:ext>
            </a:extLst>
          </p:cNvPr>
          <p:cNvSpPr/>
          <p:nvPr userDrawn="1"/>
        </p:nvSpPr>
        <p:spPr>
          <a:xfrm>
            <a:off x="1" y="0"/>
            <a:ext cx="12191998" cy="6858000"/>
          </a:xfrm>
          <a:prstGeom prst="rect">
            <a:avLst/>
          </a:prstGeom>
          <a:gradFill>
            <a:gsLst>
              <a:gs pos="15000">
                <a:srgbClr val="BA33CA"/>
              </a:gs>
              <a:gs pos="92000">
                <a:srgbClr val="5827E3"/>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EC6561"/>
                </a:solidFill>
              </a:rPr>
              <a:t> </a:t>
            </a:r>
          </a:p>
        </p:txBody>
      </p:sp>
      <p:pic>
        <p:nvPicPr>
          <p:cNvPr id="2" name="Picture 1">
            <a:extLst>
              <a:ext uri="{FF2B5EF4-FFF2-40B4-BE49-F238E27FC236}">
                <a16:creationId xmlns:a16="http://schemas.microsoft.com/office/drawing/2014/main" id="{8C94ADBA-9369-B341-A299-CED95B46CFF9}"/>
              </a:ext>
            </a:extLst>
          </p:cNvPr>
          <p:cNvPicPr>
            <a:picLocks noChangeAspect="1"/>
          </p:cNvPicPr>
          <p:nvPr userDrawn="1"/>
        </p:nvPicPr>
        <p:blipFill>
          <a:blip r:embed="rId2">
            <a:alphaModFix amt="8000"/>
          </a:blip>
          <a:srcRect/>
          <a:stretch/>
        </p:blipFill>
        <p:spPr>
          <a:xfrm>
            <a:off x="2667000" y="0"/>
            <a:ext cx="6858000" cy="6858000"/>
          </a:xfrm>
          <a:prstGeom prst="rect">
            <a:avLst/>
          </a:prstGeom>
        </p:spPr>
      </p:pic>
      <p:pic>
        <p:nvPicPr>
          <p:cNvPr id="6" name="Picture 5">
            <a:extLst>
              <a:ext uri="{FF2B5EF4-FFF2-40B4-BE49-F238E27FC236}">
                <a16:creationId xmlns:a16="http://schemas.microsoft.com/office/drawing/2014/main" id="{74E9BC33-6D40-A072-1C84-ACEFF50403C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396288" y="5404727"/>
            <a:ext cx="1399425" cy="462365"/>
          </a:xfrm>
          <a:prstGeom prst="rect">
            <a:avLst/>
          </a:prstGeom>
        </p:spPr>
      </p:pic>
      <p:sp>
        <p:nvSpPr>
          <p:cNvPr id="7" name="Title 1">
            <a:extLst>
              <a:ext uri="{FF2B5EF4-FFF2-40B4-BE49-F238E27FC236}">
                <a16:creationId xmlns:a16="http://schemas.microsoft.com/office/drawing/2014/main" id="{F004E64A-B71F-DF2C-F85B-71B20D6D0245}"/>
              </a:ext>
            </a:extLst>
          </p:cNvPr>
          <p:cNvSpPr txBox="1">
            <a:spLocks/>
          </p:cNvSpPr>
          <p:nvPr userDrawn="1"/>
        </p:nvSpPr>
        <p:spPr>
          <a:xfrm>
            <a:off x="4664575" y="6004144"/>
            <a:ext cx="2862851" cy="411589"/>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ctr"/>
            <a:r>
              <a:rPr lang="en-US" sz="1800" b="1" i="0" spc="0" dirty="0">
                <a:solidFill>
                  <a:schemeClr val="bg1"/>
                </a:solidFill>
                <a:latin typeface="Gelion Semi Bold" pitchFamily="2" charset="77"/>
                <a:ea typeface="Poppins"/>
                <a:cs typeface="Poppins"/>
                <a:sym typeface="Poppins"/>
              </a:rPr>
              <a:t>For People, By People</a:t>
            </a:r>
            <a:endParaRPr lang="en-US" sz="1800" b="1" i="0" spc="0" dirty="0">
              <a:solidFill>
                <a:schemeClr val="bg1"/>
              </a:solidFill>
              <a:latin typeface="Gelion Semi Bold" pitchFamily="2" charset="77"/>
            </a:endParaRPr>
          </a:p>
        </p:txBody>
      </p:sp>
      <p:sp>
        <p:nvSpPr>
          <p:cNvPr id="8" name="Text Placeholder 25">
            <a:extLst>
              <a:ext uri="{FF2B5EF4-FFF2-40B4-BE49-F238E27FC236}">
                <a16:creationId xmlns:a16="http://schemas.microsoft.com/office/drawing/2014/main" id="{4C5A1BA7-3EFD-98A6-22C6-31F4D588323F}"/>
              </a:ext>
            </a:extLst>
          </p:cNvPr>
          <p:cNvSpPr>
            <a:spLocks noGrp="1"/>
          </p:cNvSpPr>
          <p:nvPr>
            <p:ph type="body" sz="quarter" idx="10"/>
          </p:nvPr>
        </p:nvSpPr>
        <p:spPr>
          <a:xfrm>
            <a:off x="1841158" y="2712719"/>
            <a:ext cx="8509684" cy="1036321"/>
          </a:xfrm>
          <a:prstGeom prst="rect">
            <a:avLst/>
          </a:prstGeom>
        </p:spPr>
        <p:txBody>
          <a:bodyPr lIns="45720"/>
          <a:lstStyle>
            <a:lvl1pPr marL="0" indent="0" algn="ctr">
              <a:buNone/>
              <a:defRPr sz="5400" b="1" i="0">
                <a:solidFill>
                  <a:schemeClr val="bg1"/>
                </a:solidFill>
                <a:latin typeface="+mj-lt"/>
              </a:defRPr>
            </a:lvl1pPr>
          </a:lstStyle>
          <a:p>
            <a:endParaRPr lang="en-US" dirty="0"/>
          </a:p>
        </p:txBody>
      </p:sp>
    </p:spTree>
    <p:extLst>
      <p:ext uri="{BB962C8B-B14F-4D97-AF65-F5344CB8AC3E}">
        <p14:creationId xmlns:p14="http://schemas.microsoft.com/office/powerpoint/2010/main" val="356997788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Master_Closing_0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B42FBF7-5B48-5513-013F-088CE8B434D9}"/>
              </a:ext>
            </a:extLst>
          </p:cNvPr>
          <p:cNvSpPr/>
          <p:nvPr userDrawn="1"/>
        </p:nvSpPr>
        <p:spPr>
          <a:xfrm>
            <a:off x="1" y="0"/>
            <a:ext cx="12191998" cy="6858000"/>
          </a:xfrm>
          <a:prstGeom prst="rect">
            <a:avLst/>
          </a:prstGeom>
          <a:gradFill>
            <a:gsLst>
              <a:gs pos="0">
                <a:schemeClr val="accent4"/>
              </a:gs>
              <a:gs pos="7000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EC6561"/>
                </a:solidFill>
              </a:rPr>
              <a:t> </a:t>
            </a:r>
          </a:p>
        </p:txBody>
      </p:sp>
      <p:pic>
        <p:nvPicPr>
          <p:cNvPr id="2" name="Picture 1">
            <a:extLst>
              <a:ext uri="{FF2B5EF4-FFF2-40B4-BE49-F238E27FC236}">
                <a16:creationId xmlns:a16="http://schemas.microsoft.com/office/drawing/2014/main" id="{92290CB8-2AAD-4D45-3EDE-73F06F4C5C34}"/>
              </a:ext>
            </a:extLst>
          </p:cNvPr>
          <p:cNvPicPr>
            <a:picLocks noChangeAspect="1"/>
          </p:cNvPicPr>
          <p:nvPr userDrawn="1"/>
        </p:nvPicPr>
        <p:blipFill>
          <a:blip r:embed="rId2">
            <a:alphaModFix amt="8000"/>
          </a:blip>
          <a:srcRect/>
          <a:stretch/>
        </p:blipFill>
        <p:spPr>
          <a:xfrm>
            <a:off x="2667000" y="0"/>
            <a:ext cx="6858000" cy="6858000"/>
          </a:xfrm>
          <a:prstGeom prst="rect">
            <a:avLst/>
          </a:prstGeom>
        </p:spPr>
      </p:pic>
      <p:pic>
        <p:nvPicPr>
          <p:cNvPr id="6" name="Picture 5">
            <a:extLst>
              <a:ext uri="{FF2B5EF4-FFF2-40B4-BE49-F238E27FC236}">
                <a16:creationId xmlns:a16="http://schemas.microsoft.com/office/drawing/2014/main" id="{0C93497B-DFF1-E24D-BFC8-14B2E0CEED0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396288" y="5404727"/>
            <a:ext cx="1399425" cy="462365"/>
          </a:xfrm>
          <a:prstGeom prst="rect">
            <a:avLst/>
          </a:prstGeom>
        </p:spPr>
      </p:pic>
      <p:sp>
        <p:nvSpPr>
          <p:cNvPr id="7" name="Title 1">
            <a:extLst>
              <a:ext uri="{FF2B5EF4-FFF2-40B4-BE49-F238E27FC236}">
                <a16:creationId xmlns:a16="http://schemas.microsoft.com/office/drawing/2014/main" id="{640C4A4A-01DA-AA33-AC0E-50B43AA8A8EC}"/>
              </a:ext>
            </a:extLst>
          </p:cNvPr>
          <p:cNvSpPr txBox="1">
            <a:spLocks/>
          </p:cNvSpPr>
          <p:nvPr userDrawn="1"/>
        </p:nvSpPr>
        <p:spPr>
          <a:xfrm>
            <a:off x="4664575" y="6004144"/>
            <a:ext cx="2862851" cy="411589"/>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ctr"/>
            <a:r>
              <a:rPr lang="en-US" sz="1800" b="1" i="0" spc="0" dirty="0">
                <a:solidFill>
                  <a:schemeClr val="bg1"/>
                </a:solidFill>
                <a:latin typeface="Gelion Semi Bold" pitchFamily="2" charset="77"/>
                <a:ea typeface="Poppins"/>
                <a:cs typeface="Poppins"/>
                <a:sym typeface="Poppins"/>
              </a:rPr>
              <a:t>For People, By People</a:t>
            </a:r>
            <a:endParaRPr lang="en-US" sz="1800" b="1" i="0" spc="0" dirty="0">
              <a:solidFill>
                <a:schemeClr val="bg1"/>
              </a:solidFill>
              <a:latin typeface="Gelion Semi Bold" pitchFamily="2" charset="77"/>
            </a:endParaRPr>
          </a:p>
        </p:txBody>
      </p:sp>
      <p:sp>
        <p:nvSpPr>
          <p:cNvPr id="8" name="Text Placeholder 25">
            <a:extLst>
              <a:ext uri="{FF2B5EF4-FFF2-40B4-BE49-F238E27FC236}">
                <a16:creationId xmlns:a16="http://schemas.microsoft.com/office/drawing/2014/main" id="{33A2D1D9-51D0-7857-AF35-C342C521E279}"/>
              </a:ext>
            </a:extLst>
          </p:cNvPr>
          <p:cNvSpPr>
            <a:spLocks noGrp="1"/>
          </p:cNvSpPr>
          <p:nvPr>
            <p:ph type="body" sz="quarter" idx="10"/>
          </p:nvPr>
        </p:nvSpPr>
        <p:spPr>
          <a:xfrm>
            <a:off x="1841158" y="2712719"/>
            <a:ext cx="8509684" cy="1036321"/>
          </a:xfrm>
          <a:prstGeom prst="rect">
            <a:avLst/>
          </a:prstGeom>
        </p:spPr>
        <p:txBody>
          <a:bodyPr lIns="45720"/>
          <a:lstStyle>
            <a:lvl1pPr marL="0" indent="0" algn="ctr">
              <a:buNone/>
              <a:defRPr sz="5400" b="1" i="0">
                <a:solidFill>
                  <a:schemeClr val="bg1"/>
                </a:solidFill>
                <a:latin typeface="+mj-lt"/>
              </a:defRPr>
            </a:lvl1pPr>
          </a:lstStyle>
          <a:p>
            <a:endParaRPr lang="en-US" dirty="0"/>
          </a:p>
        </p:txBody>
      </p:sp>
    </p:spTree>
    <p:extLst>
      <p:ext uri="{BB962C8B-B14F-4D97-AF65-F5344CB8AC3E}">
        <p14:creationId xmlns:p14="http://schemas.microsoft.com/office/powerpoint/2010/main" val="397844474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Master_Closing_Eleva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BF415C3-5F8C-2CC4-C4A2-917ACBF25F54}"/>
              </a:ext>
            </a:extLst>
          </p:cNvPr>
          <p:cNvSpPr/>
          <p:nvPr userDrawn="1"/>
        </p:nvSpPr>
        <p:spPr>
          <a:xfrm rot="16200000">
            <a:off x="2666999" y="-2666999"/>
            <a:ext cx="6858002" cy="12192000"/>
          </a:xfrm>
          <a:prstGeom prst="rect">
            <a:avLst/>
          </a:prstGeom>
          <a:solidFill>
            <a:srgbClr val="1606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Picture 16">
            <a:extLst>
              <a:ext uri="{FF2B5EF4-FFF2-40B4-BE49-F238E27FC236}">
                <a16:creationId xmlns:a16="http://schemas.microsoft.com/office/drawing/2014/main" id="{39EAA28D-407E-A7D9-8E88-DDA5176F37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8833" y="281613"/>
            <a:ext cx="1399425" cy="462365"/>
          </a:xfrm>
          <a:prstGeom prst="rect">
            <a:avLst/>
          </a:prstGeom>
        </p:spPr>
      </p:pic>
      <p:sp>
        <p:nvSpPr>
          <p:cNvPr id="18" name="Title 1">
            <a:extLst>
              <a:ext uri="{FF2B5EF4-FFF2-40B4-BE49-F238E27FC236}">
                <a16:creationId xmlns:a16="http://schemas.microsoft.com/office/drawing/2014/main" id="{FAECC4C7-5DAC-7690-CFDB-365B101F2ED6}"/>
              </a:ext>
            </a:extLst>
          </p:cNvPr>
          <p:cNvSpPr txBox="1">
            <a:spLocks/>
          </p:cNvSpPr>
          <p:nvPr userDrawn="1"/>
        </p:nvSpPr>
        <p:spPr>
          <a:xfrm>
            <a:off x="8880316" y="332390"/>
            <a:ext cx="2862851" cy="411589"/>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800" b="1" i="0" spc="0" dirty="0">
                <a:solidFill>
                  <a:schemeClr val="bg1"/>
                </a:solidFill>
                <a:latin typeface="Gelion Semi Bold" pitchFamily="2" charset="77"/>
                <a:ea typeface="Poppins"/>
                <a:cs typeface="Poppins"/>
                <a:sym typeface="Poppins"/>
              </a:rPr>
              <a:t>For People, By People</a:t>
            </a:r>
            <a:endParaRPr lang="en-US" sz="1800" b="1" i="0" spc="0" dirty="0">
              <a:solidFill>
                <a:schemeClr val="bg1"/>
              </a:solidFill>
              <a:latin typeface="Gelion Semi Bold" pitchFamily="2" charset="77"/>
            </a:endParaRPr>
          </a:p>
        </p:txBody>
      </p:sp>
      <p:pic>
        <p:nvPicPr>
          <p:cNvPr id="8" name="Picture 7" descr="A white airplane flying through the sky&#10;&#10;Description automatically generated">
            <a:extLst>
              <a:ext uri="{FF2B5EF4-FFF2-40B4-BE49-F238E27FC236}">
                <a16:creationId xmlns:a16="http://schemas.microsoft.com/office/drawing/2014/main" id="{72BA9EC3-FDAD-10C1-3780-A406DF2A9E9B}"/>
              </a:ext>
            </a:extLst>
          </p:cNvPr>
          <p:cNvPicPr>
            <a:picLocks noChangeAspect="1"/>
          </p:cNvPicPr>
          <p:nvPr userDrawn="1"/>
        </p:nvPicPr>
        <p:blipFill>
          <a:blip r:embed="rId3"/>
          <a:stretch>
            <a:fillRect/>
          </a:stretch>
        </p:blipFill>
        <p:spPr>
          <a:xfrm>
            <a:off x="8683995" y="3918460"/>
            <a:ext cx="3059172" cy="2939540"/>
          </a:xfrm>
          <a:prstGeom prst="rect">
            <a:avLst/>
          </a:prstGeom>
        </p:spPr>
      </p:pic>
      <p:pic>
        <p:nvPicPr>
          <p:cNvPr id="11" name="Picture 10" descr="A white airplane with blue stripe&#10;&#10;Description automatically generated">
            <a:extLst>
              <a:ext uri="{FF2B5EF4-FFF2-40B4-BE49-F238E27FC236}">
                <a16:creationId xmlns:a16="http://schemas.microsoft.com/office/drawing/2014/main" id="{FB0F5B43-1281-2494-9A62-BB50C5AE67DD}"/>
              </a:ext>
            </a:extLst>
          </p:cNvPr>
          <p:cNvPicPr>
            <a:picLocks noChangeAspect="1"/>
          </p:cNvPicPr>
          <p:nvPr userDrawn="1"/>
        </p:nvPicPr>
        <p:blipFill>
          <a:blip r:embed="rId4"/>
          <a:stretch>
            <a:fillRect/>
          </a:stretch>
        </p:blipFill>
        <p:spPr>
          <a:xfrm>
            <a:off x="5439636" y="4619164"/>
            <a:ext cx="1162144" cy="2238836"/>
          </a:xfrm>
          <a:prstGeom prst="rect">
            <a:avLst/>
          </a:prstGeom>
        </p:spPr>
      </p:pic>
      <p:pic>
        <p:nvPicPr>
          <p:cNvPr id="14" name="Picture 13" descr="A thin blue line on a black background&#10;&#10;Description automatically generated">
            <a:extLst>
              <a:ext uri="{FF2B5EF4-FFF2-40B4-BE49-F238E27FC236}">
                <a16:creationId xmlns:a16="http://schemas.microsoft.com/office/drawing/2014/main" id="{6EB78CCE-1EF3-291A-8815-607E4A7FA032}"/>
              </a:ext>
            </a:extLst>
          </p:cNvPr>
          <p:cNvPicPr>
            <a:picLocks noChangeAspect="1"/>
          </p:cNvPicPr>
          <p:nvPr userDrawn="1"/>
        </p:nvPicPr>
        <p:blipFill>
          <a:blip r:embed="rId5"/>
          <a:stretch>
            <a:fillRect/>
          </a:stretch>
        </p:blipFill>
        <p:spPr>
          <a:xfrm>
            <a:off x="0" y="3962219"/>
            <a:ext cx="4067504" cy="1162144"/>
          </a:xfrm>
          <a:prstGeom prst="rect">
            <a:avLst/>
          </a:prstGeom>
        </p:spPr>
      </p:pic>
      <p:sp>
        <p:nvSpPr>
          <p:cNvPr id="5" name="Text Placeholder 25">
            <a:extLst>
              <a:ext uri="{FF2B5EF4-FFF2-40B4-BE49-F238E27FC236}">
                <a16:creationId xmlns:a16="http://schemas.microsoft.com/office/drawing/2014/main" id="{8138192F-2EF6-ADBE-0B07-D5F5D898F1D5}"/>
              </a:ext>
            </a:extLst>
          </p:cNvPr>
          <p:cNvSpPr>
            <a:spLocks noGrp="1"/>
          </p:cNvSpPr>
          <p:nvPr>
            <p:ph type="body" sz="quarter" idx="10"/>
          </p:nvPr>
        </p:nvSpPr>
        <p:spPr>
          <a:xfrm>
            <a:off x="1841158" y="2377620"/>
            <a:ext cx="8509684" cy="1036321"/>
          </a:xfrm>
          <a:prstGeom prst="rect">
            <a:avLst/>
          </a:prstGeom>
        </p:spPr>
        <p:txBody>
          <a:bodyPr lIns="45720"/>
          <a:lstStyle>
            <a:lvl1pPr marL="0" indent="0" algn="ctr">
              <a:buNone/>
              <a:defRPr sz="5400" b="1" i="0">
                <a:solidFill>
                  <a:schemeClr val="bg1"/>
                </a:solidFill>
                <a:latin typeface="+mj-lt"/>
              </a:defRPr>
            </a:lvl1pPr>
          </a:lstStyle>
          <a:p>
            <a:endParaRPr lang="en-US" dirty="0"/>
          </a:p>
        </p:txBody>
      </p:sp>
    </p:spTree>
    <p:extLst>
      <p:ext uri="{BB962C8B-B14F-4D97-AF65-F5344CB8AC3E}">
        <p14:creationId xmlns:p14="http://schemas.microsoft.com/office/powerpoint/2010/main" val="110284285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theme" Target="../theme/theme1.xml"/><Relationship Id="rId51" Type="http://schemas.openxmlformats.org/officeDocument/2006/relationships/image" Target="../media/image1.emf"/><Relationship Id="rId5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01283868-A388-F55F-6719-4037895D83DE}"/>
              </a:ext>
            </a:extLst>
          </p:cNvPr>
          <p:cNvSpPr txBox="1"/>
          <p:nvPr userDrawn="1"/>
        </p:nvSpPr>
        <p:spPr>
          <a:xfrm>
            <a:off x="833122" y="6555659"/>
            <a:ext cx="8604015" cy="198259"/>
          </a:xfrm>
          <a:prstGeom prst="rect">
            <a:avLst/>
          </a:prstGeom>
          <a:noFill/>
        </p:spPr>
        <p:txBody>
          <a:bodyPr wrap="square" lIns="0" rIns="0">
            <a:spAutoFit/>
          </a:bodyPr>
          <a:lstStyle/>
          <a:p>
            <a:pPr marL="3175" algn="l">
              <a:lnSpc>
                <a:spcPct val="107000"/>
              </a:lnSpc>
              <a:spcAft>
                <a:spcPts val="800"/>
              </a:spcAft>
            </a:pPr>
            <a:r>
              <a:rPr lang="en-US" sz="700" kern="100" dirty="0">
                <a:solidFill>
                  <a:schemeClr val="bg2">
                    <a:lumMod val="50000"/>
                  </a:schemeClr>
                </a:solidFill>
                <a:effectLst/>
                <a:latin typeface="Gelion" pitchFamily="2" charset="77"/>
                <a:ea typeface="Times New Roman" panose="02020603050405020304" pitchFamily="18" charset="0"/>
                <a:cs typeface="Arial" panose="020B0604020202020204" pitchFamily="34" charset="0"/>
              </a:rPr>
              <a:t>Confidential – Do not duplicate or distribute without written permission from Atlas. </a:t>
            </a:r>
            <a:r>
              <a:rPr lang="en-US"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rPr>
              <a:t>Copyright ©2025 Atlas Technology Inc. All Rights Reserved.</a:t>
            </a:r>
            <a:endParaRPr lang="en-IE" sz="700" kern="100" dirty="0">
              <a:solidFill>
                <a:schemeClr val="bg2">
                  <a:lumMod val="50000"/>
                </a:schemeClr>
              </a:solidFill>
              <a:effectLst/>
              <a:latin typeface="Gelion" pitchFamily="2" charset="77"/>
              <a:ea typeface="DengXian" panose="02010600030101010101" pitchFamily="2" charset="-122"/>
              <a:cs typeface="Arial" panose="020B0604020202020204" pitchFamily="34" charset="0"/>
            </a:endParaRPr>
          </a:p>
        </p:txBody>
      </p:sp>
      <p:sp>
        <p:nvSpPr>
          <p:cNvPr id="6" name="Rectangle 5">
            <a:extLst>
              <a:ext uri="{FF2B5EF4-FFF2-40B4-BE49-F238E27FC236}">
                <a16:creationId xmlns:a16="http://schemas.microsoft.com/office/drawing/2014/main" id="{A231DB35-3340-7053-BB47-BAF1E905E103}"/>
              </a:ext>
            </a:extLst>
          </p:cNvPr>
          <p:cNvSpPr/>
          <p:nvPr userDrawn="1"/>
        </p:nvSpPr>
        <p:spPr>
          <a:xfrm rot="5400000">
            <a:off x="-3170198" y="3170198"/>
            <a:ext cx="6858002" cy="517606"/>
          </a:xfrm>
          <a:prstGeom prst="rect">
            <a:avLst/>
          </a:prstGeom>
          <a:gradFill flip="none" rotWithShape="1">
            <a:gsLst>
              <a:gs pos="0">
                <a:srgbClr val="5827E3"/>
              </a:gs>
              <a:gs pos="84000">
                <a:srgbClr val="0559FA"/>
              </a:gs>
              <a:gs pos="15000">
                <a:srgbClr val="2F40EF"/>
              </a:gs>
              <a:gs pos="100000">
                <a:srgbClr val="1E046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0A0F4FCD-4B09-A53A-BD80-28ED0D200ADD}"/>
              </a:ext>
            </a:extLst>
          </p:cNvPr>
          <p:cNvPicPr>
            <a:picLocks noChangeAspect="1"/>
          </p:cNvPicPr>
          <p:nvPr userDrawn="1"/>
        </p:nvPicPr>
        <p:blipFill>
          <a:blip r:embed="rId51" cstate="email">
            <a:extLst>
              <a:ext uri="{28A0092B-C50C-407E-A947-70E740481C1C}">
                <a14:useLocalDpi xmlns:a14="http://schemas.microsoft.com/office/drawing/2010/main"/>
              </a:ext>
            </a:extLst>
          </a:blip>
          <a:stretch>
            <a:fillRect/>
          </a:stretch>
        </p:blipFill>
        <p:spPr>
          <a:xfrm>
            <a:off x="134757" y="162350"/>
            <a:ext cx="248092" cy="336125"/>
          </a:xfrm>
          <a:prstGeom prst="rect">
            <a:avLst/>
          </a:prstGeom>
        </p:spPr>
      </p:pic>
      <p:sp>
        <p:nvSpPr>
          <p:cNvPr id="14" name="Title 1">
            <a:extLst>
              <a:ext uri="{FF2B5EF4-FFF2-40B4-BE49-F238E27FC236}">
                <a16:creationId xmlns:a16="http://schemas.microsoft.com/office/drawing/2014/main" id="{4189D4BB-7304-9EC4-E80A-76AF8CDD4C19}"/>
              </a:ext>
            </a:extLst>
          </p:cNvPr>
          <p:cNvSpPr txBox="1">
            <a:spLocks/>
          </p:cNvSpPr>
          <p:nvPr userDrawn="1"/>
        </p:nvSpPr>
        <p:spPr>
          <a:xfrm>
            <a:off x="9687462" y="278038"/>
            <a:ext cx="2173615" cy="308833"/>
          </a:xfrm>
          <a:prstGeom prst="rect">
            <a:avLst/>
          </a:prstGeom>
        </p:spPr>
        <p:txBody>
          <a:bodyPr lIns="0" rIns="0">
            <a:normAutofit/>
          </a:bodyPr>
          <a:lstStyle>
            <a:lvl1pPr algn="l" defTabSz="914400" rtl="0" eaLnBrk="1" latinLnBrk="0" hangingPunct="1">
              <a:lnSpc>
                <a:spcPct val="90000"/>
              </a:lnSpc>
              <a:spcBef>
                <a:spcPct val="0"/>
              </a:spcBef>
              <a:buNone/>
              <a:defRPr sz="4400" b="1" i="0" kern="1200">
                <a:solidFill>
                  <a:schemeClr val="tx1"/>
                </a:solidFill>
                <a:latin typeface="Gelion Semi Bold" pitchFamily="2" charset="77"/>
                <a:ea typeface="+mj-ea"/>
                <a:cs typeface="+mj-cs"/>
              </a:defRPr>
            </a:lvl1pPr>
          </a:lstStyle>
          <a:p>
            <a:pPr algn="r"/>
            <a:r>
              <a:rPr lang="en-US" sz="1400" b="1" i="0" spc="0" dirty="0">
                <a:solidFill>
                  <a:srgbClr val="160629"/>
                </a:solidFill>
                <a:latin typeface="Gelion Semi Bold" pitchFamily="2" charset="77"/>
                <a:ea typeface="Poppins"/>
                <a:cs typeface="Poppins"/>
                <a:sym typeface="Poppins"/>
              </a:rPr>
              <a:t>For People, By People</a:t>
            </a:r>
            <a:endParaRPr lang="en-US" sz="1400" b="1" i="0" spc="0" dirty="0">
              <a:latin typeface="Gelion Semi Bold" pitchFamily="2" charset="77"/>
            </a:endParaRPr>
          </a:p>
        </p:txBody>
      </p:sp>
      <p:sp>
        <p:nvSpPr>
          <p:cNvPr id="4" name="Title Placeholder 1">
            <a:extLst>
              <a:ext uri="{FF2B5EF4-FFF2-40B4-BE49-F238E27FC236}">
                <a16:creationId xmlns:a16="http://schemas.microsoft.com/office/drawing/2014/main" id="{DA9E029C-80A5-DFDE-EA1A-51C00F14EE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5" name="Text Placeholder 2">
            <a:extLst>
              <a:ext uri="{FF2B5EF4-FFF2-40B4-BE49-F238E27FC236}">
                <a16:creationId xmlns:a16="http://schemas.microsoft.com/office/drawing/2014/main" id="{C8BCE925-695F-F5B9-881B-4BD735547A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2" name="Group 1">
            <a:extLst>
              <a:ext uri="{FF2B5EF4-FFF2-40B4-BE49-F238E27FC236}">
                <a16:creationId xmlns:a16="http://schemas.microsoft.com/office/drawing/2014/main" id="{0D23DB61-7B81-DA0B-5386-35A03B0AFC43}"/>
              </a:ext>
            </a:extLst>
          </p:cNvPr>
          <p:cNvGrpSpPr>
            <a:grpSpLocks noChangeAspect="1"/>
          </p:cNvGrpSpPr>
          <p:nvPr userDrawn="1"/>
        </p:nvGrpSpPr>
        <p:grpSpPr>
          <a:xfrm>
            <a:off x="11464290" y="6595224"/>
            <a:ext cx="346710" cy="92438"/>
            <a:chOff x="102243" y="472557"/>
            <a:chExt cx="205526" cy="54796"/>
          </a:xfrm>
        </p:grpSpPr>
        <p:sp>
          <p:nvSpPr>
            <p:cNvPr id="3" name="Freeform: Shape 90">
              <a:extLst>
                <a:ext uri="{FF2B5EF4-FFF2-40B4-BE49-F238E27FC236}">
                  <a16:creationId xmlns:a16="http://schemas.microsoft.com/office/drawing/2014/main" id="{3A239566-3692-841A-8956-8E60601408C2}"/>
                </a:ext>
              </a:extLst>
            </p:cNvPr>
            <p:cNvSpPr/>
            <p:nvPr/>
          </p:nvSpPr>
          <p:spPr>
            <a:xfrm>
              <a:off x="177575" y="472557"/>
              <a:ext cx="54862" cy="54796"/>
            </a:xfrm>
            <a:custGeom>
              <a:avLst/>
              <a:gdLst>
                <a:gd name="connsiteX0" fmla="*/ 363194 w 726387"/>
                <a:gd name="connsiteY0" fmla="*/ 0 h 725516"/>
                <a:gd name="connsiteX1" fmla="*/ 726387 w 726387"/>
                <a:gd name="connsiteY1" fmla="*/ 362323 h 725516"/>
                <a:gd name="connsiteX2" fmla="*/ 363194 w 726387"/>
                <a:gd name="connsiteY2" fmla="*/ 725516 h 725516"/>
                <a:gd name="connsiteX3" fmla="*/ 0 w 726387"/>
                <a:gd name="connsiteY3" fmla="*/ 362323 h 725516"/>
                <a:gd name="connsiteX4" fmla="*/ 363194 w 726387"/>
                <a:gd name="connsiteY4" fmla="*/ 0 h 72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6387" h="725516">
                  <a:moveTo>
                    <a:pt x="363194" y="0"/>
                  </a:moveTo>
                  <a:cubicBezTo>
                    <a:pt x="563516" y="0"/>
                    <a:pt x="726387" y="162000"/>
                    <a:pt x="726387" y="362323"/>
                  </a:cubicBezTo>
                  <a:cubicBezTo>
                    <a:pt x="726387" y="563516"/>
                    <a:pt x="563516" y="725516"/>
                    <a:pt x="363194" y="725516"/>
                  </a:cubicBezTo>
                  <a:cubicBezTo>
                    <a:pt x="162871" y="725516"/>
                    <a:pt x="0" y="563516"/>
                    <a:pt x="0" y="362323"/>
                  </a:cubicBezTo>
                  <a:cubicBezTo>
                    <a:pt x="0" y="162000"/>
                    <a:pt x="162871" y="0"/>
                    <a:pt x="363194" y="0"/>
                  </a:cubicBezTo>
                  <a:close/>
                </a:path>
              </a:pathLst>
            </a:custGeom>
            <a:solidFill>
              <a:schemeClr val="accent2"/>
            </a:solidFill>
            <a:ln w="871" cap="flat">
              <a:noFill/>
              <a:prstDash val="solid"/>
              <a:miter/>
            </a:ln>
          </p:spPr>
          <p:txBody>
            <a:bodyPr rtlCol="0" anchor="ctr"/>
            <a:lstStyle/>
            <a:p>
              <a:endParaRPr lang="en-US" dirty="0">
                <a:latin typeface="Arial" panose="020B0604020202020204" pitchFamily="34" charset="0"/>
              </a:endParaRPr>
            </a:p>
          </p:txBody>
        </p:sp>
        <p:grpSp>
          <p:nvGrpSpPr>
            <p:cNvPr id="15" name="Graphic 6">
              <a:extLst>
                <a:ext uri="{FF2B5EF4-FFF2-40B4-BE49-F238E27FC236}">
                  <a16:creationId xmlns:a16="http://schemas.microsoft.com/office/drawing/2014/main" id="{27B137F8-EB4B-4075-34BE-D7E95E0AF587}"/>
                </a:ext>
              </a:extLst>
            </p:cNvPr>
            <p:cNvGrpSpPr/>
            <p:nvPr/>
          </p:nvGrpSpPr>
          <p:grpSpPr>
            <a:xfrm>
              <a:off x="102243" y="472557"/>
              <a:ext cx="205526" cy="54796"/>
              <a:chOff x="4810159" y="1371774"/>
              <a:chExt cx="2721195" cy="725516"/>
            </a:xfrm>
          </p:grpSpPr>
          <p:sp>
            <p:nvSpPr>
              <p:cNvPr id="16" name="Freeform: Shape 92">
                <a:extLst>
                  <a:ext uri="{FF2B5EF4-FFF2-40B4-BE49-F238E27FC236}">
                    <a16:creationId xmlns:a16="http://schemas.microsoft.com/office/drawing/2014/main" id="{E04AE20A-2A6C-2AA2-25D0-1565626EDB09}"/>
                  </a:ext>
                </a:extLst>
              </p:cNvPr>
              <p:cNvSpPr/>
              <p:nvPr/>
            </p:nvSpPr>
            <p:spPr>
              <a:xfrm>
                <a:off x="4810159" y="1371774"/>
                <a:ext cx="725518" cy="725516"/>
              </a:xfrm>
              <a:custGeom>
                <a:avLst/>
                <a:gdLst>
                  <a:gd name="connsiteX0" fmla="*/ 363194 w 725516"/>
                  <a:gd name="connsiteY0" fmla="*/ 0 h 725516"/>
                  <a:gd name="connsiteX1" fmla="*/ 725516 w 725516"/>
                  <a:gd name="connsiteY1" fmla="*/ 362323 h 725516"/>
                  <a:gd name="connsiteX2" fmla="*/ 363194 w 725516"/>
                  <a:gd name="connsiteY2" fmla="*/ 725516 h 725516"/>
                  <a:gd name="connsiteX3" fmla="*/ 0 w 725516"/>
                  <a:gd name="connsiteY3" fmla="*/ 362323 h 725516"/>
                  <a:gd name="connsiteX4" fmla="*/ 363194 w 725516"/>
                  <a:gd name="connsiteY4" fmla="*/ 0 h 72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16" h="725516">
                    <a:moveTo>
                      <a:pt x="363194" y="0"/>
                    </a:moveTo>
                    <a:cubicBezTo>
                      <a:pt x="563516" y="0"/>
                      <a:pt x="725516" y="162000"/>
                      <a:pt x="725516" y="362323"/>
                    </a:cubicBezTo>
                    <a:cubicBezTo>
                      <a:pt x="725516" y="563516"/>
                      <a:pt x="563516" y="725516"/>
                      <a:pt x="363194" y="725516"/>
                    </a:cubicBezTo>
                    <a:cubicBezTo>
                      <a:pt x="162871" y="725516"/>
                      <a:pt x="0" y="563516"/>
                      <a:pt x="0" y="362323"/>
                    </a:cubicBezTo>
                    <a:cubicBezTo>
                      <a:pt x="0" y="162000"/>
                      <a:pt x="162871" y="0"/>
                      <a:pt x="363194" y="0"/>
                    </a:cubicBezTo>
                    <a:close/>
                  </a:path>
                </a:pathLst>
              </a:custGeom>
              <a:solidFill>
                <a:schemeClr val="accent1"/>
              </a:solidFill>
              <a:ln w="871" cap="flat">
                <a:noFill/>
                <a:prstDash val="solid"/>
                <a:miter/>
              </a:ln>
            </p:spPr>
            <p:txBody>
              <a:bodyPr rtlCol="0" anchor="ctr"/>
              <a:lstStyle/>
              <a:p>
                <a:endParaRPr lang="en-US" dirty="0">
                  <a:latin typeface="Arial" panose="020B0604020202020204" pitchFamily="34" charset="0"/>
                </a:endParaRPr>
              </a:p>
            </p:txBody>
          </p:sp>
          <p:sp>
            <p:nvSpPr>
              <p:cNvPr id="18" name="Freeform: Shape 93">
                <a:extLst>
                  <a:ext uri="{FF2B5EF4-FFF2-40B4-BE49-F238E27FC236}">
                    <a16:creationId xmlns:a16="http://schemas.microsoft.com/office/drawing/2014/main" id="{D41F21F0-C6AF-53E7-47F7-0491E90E4486}"/>
                  </a:ext>
                </a:extLst>
              </p:cNvPr>
              <p:cNvSpPr/>
              <p:nvPr/>
            </p:nvSpPr>
            <p:spPr>
              <a:xfrm>
                <a:off x="6805838" y="1371774"/>
                <a:ext cx="725516" cy="725516"/>
              </a:xfrm>
              <a:custGeom>
                <a:avLst/>
                <a:gdLst>
                  <a:gd name="connsiteX0" fmla="*/ 362323 w 725516"/>
                  <a:gd name="connsiteY0" fmla="*/ 0 h 725516"/>
                  <a:gd name="connsiteX1" fmla="*/ 725516 w 725516"/>
                  <a:gd name="connsiteY1" fmla="*/ 362323 h 725516"/>
                  <a:gd name="connsiteX2" fmla="*/ 362323 w 725516"/>
                  <a:gd name="connsiteY2" fmla="*/ 725516 h 725516"/>
                  <a:gd name="connsiteX3" fmla="*/ 0 w 725516"/>
                  <a:gd name="connsiteY3" fmla="*/ 362323 h 725516"/>
                  <a:gd name="connsiteX4" fmla="*/ 362323 w 725516"/>
                  <a:gd name="connsiteY4" fmla="*/ 0 h 72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16" h="725516">
                    <a:moveTo>
                      <a:pt x="362323" y="0"/>
                    </a:moveTo>
                    <a:cubicBezTo>
                      <a:pt x="562645" y="0"/>
                      <a:pt x="725516" y="162000"/>
                      <a:pt x="725516" y="362323"/>
                    </a:cubicBezTo>
                    <a:cubicBezTo>
                      <a:pt x="725516" y="563516"/>
                      <a:pt x="562645" y="725516"/>
                      <a:pt x="362323" y="725516"/>
                    </a:cubicBezTo>
                    <a:cubicBezTo>
                      <a:pt x="162000" y="725516"/>
                      <a:pt x="0" y="563516"/>
                      <a:pt x="0" y="362323"/>
                    </a:cubicBezTo>
                    <a:cubicBezTo>
                      <a:pt x="0" y="162000"/>
                      <a:pt x="162000" y="0"/>
                      <a:pt x="362323" y="0"/>
                    </a:cubicBezTo>
                    <a:close/>
                  </a:path>
                </a:pathLst>
              </a:custGeom>
              <a:solidFill>
                <a:schemeClr val="accent3"/>
              </a:solidFill>
              <a:ln w="871" cap="flat">
                <a:noFill/>
                <a:prstDash val="solid"/>
                <a:miter/>
              </a:ln>
            </p:spPr>
            <p:txBody>
              <a:bodyPr rtlCol="0" anchor="ctr"/>
              <a:lstStyle/>
              <a:p>
                <a:endParaRPr lang="en-US">
                  <a:latin typeface="Arial" panose="020B0604020202020204" pitchFamily="34" charset="0"/>
                </a:endParaRPr>
              </a:p>
            </p:txBody>
          </p:sp>
        </p:grpSp>
      </p:grpSp>
      <p:pic>
        <p:nvPicPr>
          <p:cNvPr id="19" name="Graphic 18">
            <a:extLst>
              <a:ext uri="{FF2B5EF4-FFF2-40B4-BE49-F238E27FC236}">
                <a16:creationId xmlns:a16="http://schemas.microsoft.com/office/drawing/2014/main" id="{9FE2EFF6-6A34-AC66-1513-FB0A1864B527}"/>
              </a:ext>
            </a:extLst>
          </p:cNvPr>
          <p:cNvPicPr>
            <a:picLocks noChangeAspect="1"/>
          </p:cNvPicPr>
          <p:nvPr userDrawn="1"/>
        </p:nvPicPr>
        <p:blipFill>
          <a:blip>
            <a:extLst>
              <a:ext uri="{96DAC541-7B7A-43D3-8B79-37D633B846F1}">
                <asvg:svgBlip xmlns:asvg="http://schemas.microsoft.com/office/drawing/2016/SVG/main" r:embed="rId52"/>
              </a:ext>
            </a:extLst>
          </a:blip>
          <a:stretch>
            <a:fillRect/>
          </a:stretch>
        </p:blipFill>
        <p:spPr>
          <a:xfrm>
            <a:off x="10664641" y="6603477"/>
            <a:ext cx="694237" cy="75932"/>
          </a:xfrm>
          <a:prstGeom prst="rect">
            <a:avLst/>
          </a:prstGeom>
        </p:spPr>
      </p:pic>
      <p:sp>
        <p:nvSpPr>
          <p:cNvPr id="21" name="TextBox 20">
            <a:extLst>
              <a:ext uri="{FF2B5EF4-FFF2-40B4-BE49-F238E27FC236}">
                <a16:creationId xmlns:a16="http://schemas.microsoft.com/office/drawing/2014/main" id="{4ADF41AD-8062-33D8-E72A-A373C944B2BE}"/>
              </a:ext>
            </a:extLst>
          </p:cNvPr>
          <p:cNvSpPr txBox="1"/>
          <p:nvPr userDrawn="1"/>
        </p:nvSpPr>
        <p:spPr>
          <a:xfrm rot="10800000" flipV="1">
            <a:off x="3707" y="6541415"/>
            <a:ext cx="504373" cy="200055"/>
          </a:xfrm>
          <a:prstGeom prst="rect">
            <a:avLst/>
          </a:prstGeom>
          <a:noFill/>
        </p:spPr>
        <p:txBody>
          <a:bodyPr wrap="square" rtlCol="0">
            <a:spAutoFit/>
          </a:bodyPr>
          <a:lstStyle/>
          <a:p>
            <a:pPr algn="ctr"/>
            <a:fld id="{260E2A6B-A809-4840-BF14-8648BC0BDF87}" type="slidenum">
              <a:rPr lang="id-ID" sz="700" b="1">
                <a:solidFill>
                  <a:schemeClr val="bg1"/>
                </a:solidFill>
                <a:latin typeface="+mj-lt"/>
                <a:ea typeface="Roboto Condensed" panose="02000000000000000000" pitchFamily="2" charset="0"/>
                <a:cs typeface="Segoe UI" panose="020B0502040204020203" pitchFamily="34" charset="0"/>
              </a:rPr>
              <a:pPr algn="ctr"/>
              <a:t>‹#›</a:t>
            </a:fld>
            <a:endParaRPr lang="id-ID" sz="2400" b="1" dirty="0">
              <a:solidFill>
                <a:schemeClr val="bg1"/>
              </a:solidFill>
              <a:latin typeface="+mj-lt"/>
              <a:ea typeface="Roboto Condensed" panose="02000000000000000000" pitchFamily="2" charset="0"/>
              <a:cs typeface="Segoe UI" panose="020B0502040204020203" pitchFamily="34" charset="0"/>
            </a:endParaRPr>
          </a:p>
        </p:txBody>
      </p:sp>
      <p:sp>
        <p:nvSpPr>
          <p:cNvPr id="9" name="TextBox 8">
            <a:extLst>
              <a:ext uri="{FF2B5EF4-FFF2-40B4-BE49-F238E27FC236}">
                <a16:creationId xmlns:a16="http://schemas.microsoft.com/office/drawing/2014/main" id="{03A520CE-A197-19D7-20D6-16287F1F5382}"/>
              </a:ext>
            </a:extLst>
          </p:cNvPr>
          <p:cNvSpPr txBox="1"/>
          <p:nvPr>
            <p:extLst>
              <p:ext uri="{1162E1C5-73C7-4A58-AE30-91384D911F3F}">
                <p184:classification xmlns:p184="http://schemas.microsoft.com/office/powerpoint/2018/4/main" val="ftr"/>
              </p:ext>
            </p:extLst>
          </p:nvPr>
        </p:nvSpPr>
        <p:spPr>
          <a:xfrm>
            <a:off x="63500" y="6642100"/>
            <a:ext cx="1003300" cy="152400"/>
          </a:xfrm>
          <a:prstGeom prst="rect">
            <a:avLst/>
          </a:prstGeom>
        </p:spPr>
        <p:txBody>
          <a:bodyPr horzOverflow="overflow" lIns="0" tIns="0" rIns="0" bIns="0">
            <a:spAutoFit/>
          </a:bodyPr>
          <a:lstStyle/>
          <a:p>
            <a:pPr algn="l"/>
            <a:r>
              <a:rPr lang="en-US"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Atlas - Confidential</a:t>
            </a:r>
          </a:p>
        </p:txBody>
      </p:sp>
    </p:spTree>
    <p:extLst>
      <p:ext uri="{BB962C8B-B14F-4D97-AF65-F5344CB8AC3E}">
        <p14:creationId xmlns:p14="http://schemas.microsoft.com/office/powerpoint/2010/main" val="3484145500"/>
      </p:ext>
    </p:extLst>
  </p:cSld>
  <p:clrMap bg1="lt1" tx1="dk1" bg2="lt2" tx2="dk2" accent1="accent1" accent2="accent2" accent3="accent3" accent4="accent4" accent5="accent5" accent6="accent6" hlink="hlink" folHlink="folHlink"/>
  <p:sldLayoutIdLst>
    <p:sldLayoutId id="2147483736" r:id="rId1"/>
    <p:sldLayoutId id="2147483735" r:id="rId2"/>
    <p:sldLayoutId id="2147483727" r:id="rId3"/>
    <p:sldLayoutId id="2147483733" r:id="rId4"/>
    <p:sldLayoutId id="2147483673" r:id="rId5"/>
    <p:sldLayoutId id="2147483734" r:id="rId6"/>
    <p:sldLayoutId id="2147483726" r:id="rId7"/>
    <p:sldLayoutId id="2147483756" r:id="rId8"/>
    <p:sldLayoutId id="2147483732" r:id="rId9"/>
    <p:sldLayoutId id="2147483724" r:id="rId10"/>
    <p:sldLayoutId id="2147483725" r:id="rId11"/>
    <p:sldLayoutId id="2147483690" r:id="rId12"/>
    <p:sldLayoutId id="2147483737" r:id="rId13"/>
    <p:sldLayoutId id="2147483731" r:id="rId14"/>
    <p:sldLayoutId id="2147483722" r:id="rId15"/>
    <p:sldLayoutId id="2147483721" r:id="rId16"/>
    <p:sldLayoutId id="2147483738" r:id="rId17"/>
    <p:sldLayoutId id="2147483739" r:id="rId18"/>
    <p:sldLayoutId id="2147483740" r:id="rId19"/>
    <p:sldLayoutId id="2147483758" r:id="rId20"/>
    <p:sldLayoutId id="2147483729" r:id="rId21"/>
    <p:sldLayoutId id="2147483760" r:id="rId22"/>
    <p:sldLayoutId id="2147483745" r:id="rId23"/>
    <p:sldLayoutId id="2147483741" r:id="rId24"/>
    <p:sldLayoutId id="2147483743" r:id="rId25"/>
    <p:sldLayoutId id="2147483761" r:id="rId26"/>
    <p:sldLayoutId id="2147483762" r:id="rId27"/>
    <p:sldLayoutId id="2147483763" r:id="rId28"/>
    <p:sldLayoutId id="2147483764" r:id="rId29"/>
    <p:sldLayoutId id="2147483744" r:id="rId30"/>
    <p:sldLayoutId id="2147483747" r:id="rId31"/>
    <p:sldLayoutId id="2147483748" r:id="rId32"/>
    <p:sldLayoutId id="2147483749" r:id="rId33"/>
    <p:sldLayoutId id="2147483765" r:id="rId34"/>
    <p:sldLayoutId id="2147483766" r:id="rId35"/>
    <p:sldLayoutId id="2147483767" r:id="rId36"/>
    <p:sldLayoutId id="2147483742" r:id="rId37"/>
    <p:sldLayoutId id="2147483757" r:id="rId38"/>
    <p:sldLayoutId id="2147483746" r:id="rId39"/>
    <p:sldLayoutId id="2147483720" r:id="rId40"/>
    <p:sldLayoutId id="2147483730" r:id="rId41"/>
    <p:sldLayoutId id="2147483723" r:id="rId42"/>
    <p:sldLayoutId id="2147483750" r:id="rId43"/>
    <p:sldLayoutId id="2147483751" r:id="rId44"/>
    <p:sldLayoutId id="2147483752" r:id="rId45"/>
    <p:sldLayoutId id="2147483753" r:id="rId46"/>
    <p:sldLayoutId id="2147483754" r:id="rId47"/>
    <p:sldLayoutId id="2147483755" r:id="rId48"/>
    <p:sldLayoutId id="2147483759" r:id="rId49"/>
  </p:sldLayoutIdLst>
  <p:hf hdr="0" ftr="0" dt="0"/>
  <p:txStyles>
    <p:titleStyle>
      <a:lvl1pPr algn="l" defTabSz="914400" rtl="0" eaLnBrk="1" latinLnBrk="0" hangingPunct="1">
        <a:lnSpc>
          <a:spcPct val="100000"/>
        </a:lnSpc>
        <a:spcBef>
          <a:spcPct val="0"/>
        </a:spcBef>
        <a:buNone/>
        <a:defRPr sz="4400" b="1"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b="0" i="0" kern="1200">
          <a:solidFill>
            <a:schemeClr val="tx1"/>
          </a:solidFill>
          <a:latin typeface="Gelion" pitchFamily="2" charset="77"/>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b="0" i="0" kern="1200">
          <a:solidFill>
            <a:schemeClr val="tx1"/>
          </a:solidFill>
          <a:latin typeface="Gelion" pitchFamily="2" charset="77"/>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b="0" i="0" kern="1200">
          <a:solidFill>
            <a:schemeClr val="tx1"/>
          </a:solidFill>
          <a:latin typeface="Gelion" pitchFamily="2" charset="77"/>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b="0" i="0" kern="1200">
          <a:solidFill>
            <a:schemeClr val="tx1"/>
          </a:solidFill>
          <a:latin typeface="Gelion" pitchFamily="2" charset="77"/>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b="0" i="0" kern="1200">
          <a:solidFill>
            <a:schemeClr val="tx1"/>
          </a:solidFill>
          <a:latin typeface="Gelio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sz="1400">
                <a:solidFill>
                  <a:srgbClr val="FFFFFF"/>
                </a:solidFill>
                <a:latin typeface="Gelion"/>
              </a:rPr>
              <a:t>Atlas HXM Internal Training Guide  |  March 2026</a:t>
            </a:r>
          </a:p>
          <a:p>
            <a:r>
              <a:rPr sz="1400">
                <a:solidFill>
                  <a:srgbClr val="FFFFFF"/>
                </a:solidFill>
                <a:latin typeface="Gelion"/>
              </a:rPr>
              <a:t>Chat · Cowork · Skills · Projects · Plugins · Artifacts</a:t>
            </a:r>
          </a:p>
        </p:txBody>
      </p:sp>
      <p:sp>
        <p:nvSpPr>
          <p:cNvPr id="3" name="Picture Placeholder 2"/>
          <p:cNvSpPr>
            <a:spLocks noGrp="1"/>
          </p:cNvSpPr>
          <p:nvPr>
            <p:ph type="pic" idx="13" sz="quarter"/>
          </p:nvPr>
        </p:nvSpPr>
        <p:spPr/>
      </p:sp>
      <p:sp>
        <p:nvSpPr>
          <p:cNvPr id="4" name="Title 3"/>
          <p:cNvSpPr>
            <a:spLocks noGrp="1"/>
          </p:cNvSpPr>
          <p:nvPr>
            <p:ph type="ctrTitle"/>
          </p:nvPr>
        </p:nvSpPr>
        <p:spPr/>
        <p:txBody>
          <a:bodyPr/>
          <a:lstStyle/>
          <a:p>
            <a:r>
              <a:rPr sz="4000" b="1">
                <a:solidFill>
                  <a:srgbClr val="FFFFFF"/>
                </a:solidFill>
                <a:latin typeface="Gelion SemiBold"/>
              </a:rPr>
              <a:t>Mastering Claude AI</a:t>
            </a:r>
          </a:p>
          <a:p>
            <a:r>
              <a:rPr sz="4000" b="1">
                <a:solidFill>
                  <a:srgbClr val="FFFFFF"/>
                </a:solidFill>
                <a:latin typeface="Gelion SemiBold"/>
              </a:rPr>
              <a:t>for Your GTM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5" sz="quarter"/>
          </p:nvPr>
        </p:nvSpPr>
        <p:spPr/>
        <p:txBody>
          <a:bodyPr/>
          <a:lstStyle/>
          <a:p>
            <a:r>
              <a:rPr sz="1300">
                <a:solidFill>
                  <a:srgbClr val="FFFFFF"/>
                </a:solidFill>
                <a:latin typeface="Gelion"/>
              </a:rPr>
              <a:t>01  The Foundations</a:t>
            </a:r>
          </a:p>
          <a:p>
            <a:r>
              <a:rPr sz="1300">
                <a:solidFill>
                  <a:srgbClr val="FFFFFF"/>
                </a:solidFill>
                <a:latin typeface="Gelion"/>
              </a:rPr>
              <a:t>     What is Claude, tiers, Chat vs. Cowork vs. Code</a:t>
            </a:r>
          </a:p>
          <a:p/>
          <a:p>
            <a:r>
              <a:rPr sz="1300">
                <a:solidFill>
                  <a:srgbClr val="FFFFFF"/>
                </a:solidFill>
                <a:latin typeface="Gelion"/>
              </a:rPr>
              <a:t>02  Setting Up for Success</a:t>
            </a:r>
          </a:p>
          <a:p>
            <a:r>
              <a:rPr sz="1300">
                <a:solidFill>
                  <a:srgbClr val="FFFFFF"/>
                </a:solidFill>
                <a:latin typeface="Gelion"/>
              </a:rPr>
              <a:t>     Projects, global instructions, memory &amp; connectors</a:t>
            </a:r>
          </a:p>
          <a:p/>
          <a:p>
            <a:r>
              <a:rPr sz="1300">
                <a:solidFill>
                  <a:srgbClr val="FFFFFF"/>
                </a:solidFill>
                <a:latin typeface="Gelion"/>
              </a:rPr>
              <a:t>03  Power Features</a:t>
            </a:r>
          </a:p>
          <a:p>
            <a:r>
              <a:rPr sz="1300">
                <a:solidFill>
                  <a:srgbClr val="FFFFFF"/>
                </a:solidFill>
                <a:latin typeface="Gelion"/>
              </a:rPr>
              <a:t>     Atlas Skills Library, Artifacts, Plugins &amp; MCP</a:t>
            </a:r>
          </a:p>
          <a:p/>
          <a:p>
            <a:r>
              <a:rPr sz="1300">
                <a:solidFill>
                  <a:srgbClr val="FFFFFF"/>
                </a:solidFill>
                <a:latin typeface="Gelion"/>
              </a:rPr>
              <a:t>04  Best Practices &amp; Next Steps</a:t>
            </a:r>
          </a:p>
          <a:p>
            <a:r>
              <a:rPr sz="1300">
                <a:solidFill>
                  <a:srgbClr val="FFFFFF"/>
                </a:solidFill>
                <a:latin typeface="Gelion"/>
              </a:rPr>
              <a:t>     CRAFT prompting, security, your quick-start checklist</a:t>
            </a:r>
          </a:p>
        </p:txBody>
      </p:sp>
      <p:sp>
        <p:nvSpPr>
          <p:cNvPr id="3" name="Text Placeholder 2"/>
          <p:cNvSpPr>
            <a:spLocks noGrp="1"/>
          </p:cNvSpPr>
          <p:nvPr>
            <p:ph type="body" idx="16" sz="quarter"/>
          </p:nvPr>
        </p:nvSpPr>
        <p:spPr/>
        <p:txBody>
          <a:bodyPr/>
          <a:lstStyle/>
          <a:p>
            <a:r>
              <a:rPr sz="2800">
                <a:solidFill>
                  <a:srgbClr val="160629"/>
                </a:solidFill>
                <a:latin typeface="Gelion SemiBold"/>
              </a:rPr>
              <a:t>What We'll Cover Today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800" b="1">
                <a:solidFill>
                  <a:srgbClr val="FFFFFF"/>
                </a:solidFill>
                <a:latin typeface="Gelion SemiBold"/>
              </a:rPr>
              <a:t>01</a:t>
            </a:r>
          </a:p>
        </p:txBody>
      </p:sp>
      <p:sp>
        <p:nvSpPr>
          <p:cNvPr id="3" name="Picture Placeholder 2"/>
          <p:cNvSpPr>
            <a:spLocks noGrp="1"/>
          </p:cNvSpPr>
          <p:nvPr>
            <p:ph type="pic" idx="13" sz="quarter"/>
          </p:nvPr>
        </p:nvSpPr>
        <p:spPr/>
      </p:sp>
      <p:sp>
        <p:nvSpPr>
          <p:cNvPr id="4" name="Text Placeholder 3"/>
          <p:cNvSpPr>
            <a:spLocks noGrp="1"/>
          </p:cNvSpPr>
          <p:nvPr>
            <p:ph type="body" idx="14" sz="quarter"/>
          </p:nvPr>
        </p:nvSpPr>
        <p:spPr/>
        <p:txBody>
          <a:bodyPr/>
          <a:lstStyle/>
          <a:p>
            <a:r>
              <a:rPr sz="3600">
                <a:solidFill>
                  <a:srgbClr val="FFFFFF"/>
                </a:solidFill>
                <a:latin typeface="Gelion SemiBold"/>
              </a:rPr>
              <a:t>The Foundations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800" b="1">
                <a:solidFill>
                  <a:srgbClr val="0559FA"/>
                </a:solidFill>
                <a:latin typeface="Gelion SemiBold"/>
              </a:rPr>
              <a:t>What Is Claude?</a:t>
            </a:r>
          </a:p>
        </p:txBody>
      </p:sp>
      <p:sp>
        <p:nvSpPr>
          <p:cNvPr id="3" name="Text Placeholder 2"/>
          <p:cNvSpPr>
            <a:spLocks noGrp="1"/>
          </p:cNvSpPr>
          <p:nvPr>
            <p:ph type="body" idx="11" sz="quarter"/>
          </p:nvPr>
        </p:nvSpPr>
        <p:spPr/>
        <p:txBody>
          <a:bodyPr/>
          <a:lstStyle/>
          <a:p>
            <a:r>
              <a:rPr sz="1200">
                <a:solidFill>
                  <a:srgbClr val="160629"/>
                </a:solidFill>
                <a:latin typeface="Gelion"/>
              </a:rPr>
              <a:t>Claude is Anthropic's AI assistant — available through web, desktop, mobile, and API. For Atlas, the Cowork Desktop App is where the magic happens.</a:t>
            </a:r>
          </a:p>
          <a:p/>
          <a:p>
            <a:r>
              <a:rPr sz="1200">
                <a:solidFill>
                  <a:srgbClr val="160629"/>
                </a:solidFill>
                <a:latin typeface="Gelion"/>
              </a:rPr>
              <a:t>Subscription Tiers</a:t>
            </a:r>
          </a:p>
          <a:p>
            <a:r>
              <a:rPr sz="1200">
                <a:solidFill>
                  <a:srgbClr val="160629"/>
                </a:solidFill>
                <a:latin typeface="Gelion"/>
              </a:rPr>
              <a:t>• Free — Chat on web &amp; desktop (limited messages)</a:t>
            </a:r>
          </a:p>
          <a:p>
            <a:r>
              <a:rPr sz="1200">
                <a:solidFill>
                  <a:srgbClr val="160629"/>
                </a:solidFill>
                <a:latin typeface="Gelion"/>
              </a:rPr>
              <a:t>• Pro ($20/mo) — Chat + Cowork + Code + higher limits</a:t>
            </a:r>
          </a:p>
          <a:p>
            <a:r>
              <a:rPr sz="1200">
                <a:solidFill>
                  <a:srgbClr val="160629"/>
                </a:solidFill>
                <a:latin typeface="Gelion"/>
              </a:rPr>
              <a:t>• Max ($100/mo) — Everything Pro + 20x usage + extended research</a:t>
            </a:r>
          </a:p>
          <a:p>
            <a:r>
              <a:rPr sz="1200">
                <a:solidFill>
                  <a:srgbClr val="160629"/>
                </a:solidFill>
                <a:latin typeface="Gelion"/>
              </a:rPr>
              <a:t>• Team / Enterprise — Admin controls, SSO, shared projects</a:t>
            </a:r>
          </a:p>
          <a:p/>
          <a:p>
            <a:r>
              <a:rPr sz="1200">
                <a:solidFill>
                  <a:srgbClr val="160629"/>
                </a:solidFill>
                <a:latin typeface="Gelion"/>
              </a:rPr>
              <a:t>Model Options (March 2026)</a:t>
            </a:r>
          </a:p>
          <a:p>
            <a:r>
              <a:rPr sz="1200">
                <a:solidFill>
                  <a:srgbClr val="160629"/>
                </a:solidFill>
                <a:latin typeface="Gelion"/>
              </a:rPr>
              <a:t>• Claude Opus 4.6 — Most capable. Complex analysis &amp; strategy.</a:t>
            </a:r>
          </a:p>
          <a:p>
            <a:r>
              <a:rPr sz="1200">
                <a:solidFill>
                  <a:srgbClr val="160629"/>
                </a:solidFill>
                <a:latin typeface="Gelion"/>
              </a:rPr>
              <a:t>• Claude Sonnet 4.6 — Fast &amp; smart. Great daily driver.</a:t>
            </a:r>
          </a:p>
          <a:p>
            <a:r>
              <a:rPr sz="1200">
                <a:solidFill>
                  <a:srgbClr val="160629"/>
                </a:solidFill>
                <a:latin typeface="Gelion"/>
              </a:rPr>
              <a:t>• Claude Haiku 4.5 — Fastest. Quick lookups &amp; simple Q&amp;A.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400" b="1">
                <a:solidFill>
                  <a:srgbClr val="160629"/>
                </a:solidFill>
                <a:latin typeface="Gelion SemiBold"/>
              </a:rPr>
              <a:t>Chat vs. Cowork vs. Code — Which One to Use</a:t>
            </a:r>
          </a:p>
        </p:txBody>
      </p:sp>
      <p:sp>
        <p:nvSpPr>
          <p:cNvPr id="3" name="Text Placeholder 2"/>
          <p:cNvSpPr>
            <a:spLocks noGrp="1"/>
          </p:cNvSpPr>
          <p:nvPr>
            <p:ph type="body" idx="11" sz="quarter"/>
          </p:nvPr>
        </p:nvSpPr>
        <p:spPr/>
        <p:txBody>
          <a:bodyPr/>
          <a:lstStyle/>
          <a:p>
            <a:r>
              <a:rPr sz="1100">
                <a:solidFill>
                  <a:srgbClr val="160629"/>
                </a:solidFill>
                <a:latin typeface="Gelion"/>
              </a:rPr>
              <a:t>Q&amp;A, brainstorming, drafting</a:t>
            </a:r>
          </a:p>
          <a:p/>
          <a:p>
            <a:r>
              <a:rPr sz="1100">
                <a:solidFill>
                  <a:srgbClr val="160629"/>
                </a:solidFill>
                <a:latin typeface="Gelion"/>
              </a:rPr>
              <a:t>Upload files to conversation</a:t>
            </a:r>
          </a:p>
          <a:p>
            <a:r>
              <a:rPr sz="1100">
                <a:solidFill>
                  <a:srgbClr val="160629"/>
                </a:solidFill>
                <a:latin typeface="Gelion"/>
              </a:rPr>
              <a:t>No scheduling</a:t>
            </a:r>
          </a:p>
          <a:p/>
          <a:p>
            <a:r>
              <a:rPr sz="1100">
                <a:solidFill>
                  <a:srgbClr val="160629"/>
                </a:solidFill>
                <a:latin typeface="Gelion"/>
              </a:rPr>
              <a:t>Best for: Quick questions &amp; edits</a:t>
            </a:r>
          </a:p>
          <a:p>
            <a:r>
              <a:rPr sz="1100">
                <a:solidFill>
                  <a:srgbClr val="160629"/>
                </a:solidFill>
                <a:latin typeface="Gelion"/>
              </a:rPr>
              <a:t>Who: Everyone at Atlas</a:t>
            </a:r>
          </a:p>
        </p:txBody>
      </p:sp>
      <p:sp>
        <p:nvSpPr>
          <p:cNvPr id="4" name="Text Placeholder 3"/>
          <p:cNvSpPr>
            <a:spLocks noGrp="1"/>
          </p:cNvSpPr>
          <p:nvPr>
            <p:ph type="body" idx="12" sz="quarter"/>
          </p:nvPr>
        </p:nvSpPr>
        <p:spPr/>
        <p:txBody>
          <a:bodyPr/>
          <a:lstStyle/>
          <a:p>
            <a:r>
              <a:rPr sz="1100">
                <a:solidFill>
                  <a:srgbClr val="160629"/>
                </a:solidFill>
                <a:latin typeface="Gelion"/>
              </a:rPr>
              <a:t>Multi-step tasks on files &amp; apps</a:t>
            </a:r>
          </a:p>
          <a:p/>
          <a:p>
            <a:r>
              <a:rPr sz="1100">
                <a:solidFill>
                  <a:srgbClr val="160629"/>
                </a:solidFill>
                <a:latin typeface="Gelion"/>
              </a:rPr>
              <a:t>Direct local folder access</a:t>
            </a:r>
          </a:p>
          <a:p>
            <a:r>
              <a:rPr sz="1100">
                <a:solidFill>
                  <a:srgbClr val="160629"/>
                </a:solidFill>
                <a:latin typeface="Gelion"/>
              </a:rPr>
              <a:t>Yes — recurring schedules</a:t>
            </a:r>
          </a:p>
          <a:p/>
          <a:p>
            <a:r>
              <a:rPr sz="1100">
                <a:solidFill>
                  <a:srgbClr val="160629"/>
                </a:solidFill>
                <a:latin typeface="Gelion"/>
              </a:rPr>
              <a:t>Best for: Reports, presentations, data</a:t>
            </a:r>
          </a:p>
          <a:p>
            <a:r>
              <a:rPr sz="1100">
                <a:solidFill>
                  <a:srgbClr val="160629"/>
                </a:solidFill>
                <a:latin typeface="Gelion"/>
              </a:rPr>
              <a:t>Who: Mktg, Sales, RevOps, Ops</a:t>
            </a:r>
          </a:p>
        </p:txBody>
      </p:sp>
      <p:sp>
        <p:nvSpPr>
          <p:cNvPr id="5" name="Text Placeholder 4"/>
          <p:cNvSpPr>
            <a:spLocks noGrp="1"/>
          </p:cNvSpPr>
          <p:nvPr>
            <p:ph type="body" idx="13" sz="quarter"/>
          </p:nvPr>
        </p:nvSpPr>
        <p:spPr/>
        <p:txBody>
          <a:bodyPr/>
          <a:lstStyle/>
          <a:p>
            <a:r>
              <a:rPr sz="1100">
                <a:solidFill>
                  <a:srgbClr val="160629"/>
                </a:solidFill>
                <a:latin typeface="Gelion"/>
              </a:rPr>
              <a:t>CLI agentic coding in terminal</a:t>
            </a:r>
          </a:p>
          <a:p/>
          <a:p>
            <a:r>
              <a:rPr sz="1100">
                <a:solidFill>
                  <a:srgbClr val="160629"/>
                </a:solidFill>
                <a:latin typeface="Gelion"/>
              </a:rPr>
              <a:t>Full codebase access</a:t>
            </a:r>
          </a:p>
          <a:p>
            <a:r>
              <a:rPr sz="1100">
                <a:solidFill>
                  <a:srgbClr val="160629"/>
                </a:solidFill>
                <a:latin typeface="Gelion"/>
              </a:rPr>
              <a:t>Via cron/hooks</a:t>
            </a:r>
          </a:p>
          <a:p/>
          <a:p>
            <a:r>
              <a:rPr sz="1100">
                <a:solidFill>
                  <a:srgbClr val="160629"/>
                </a:solidFill>
                <a:latin typeface="Gelion"/>
              </a:rPr>
              <a:t>Best for: Dev, debugging, code review</a:t>
            </a:r>
          </a:p>
          <a:p>
            <a:r>
              <a:rPr sz="1100">
                <a:solidFill>
                  <a:srgbClr val="160629"/>
                </a:solidFill>
                <a:latin typeface="Gelion"/>
              </a:rPr>
              <a:t>Who: Engineering, DevOps</a:t>
            </a:r>
          </a:p>
        </p:txBody>
      </p:sp>
      <p:sp>
        <p:nvSpPr>
          <p:cNvPr id="6" name="Text Placeholder 5"/>
          <p:cNvSpPr>
            <a:spLocks noGrp="1"/>
          </p:cNvSpPr>
          <p:nvPr>
            <p:ph type="body" idx="14" sz="quarter"/>
          </p:nvPr>
        </p:nvSpPr>
        <p:spPr/>
        <p:txBody>
          <a:bodyPr/>
          <a:lstStyle/>
          <a:p>
            <a:r>
              <a:rPr sz="1400" b="1">
                <a:solidFill>
                  <a:srgbClr val="FFFFFF"/>
                </a:solidFill>
                <a:latin typeface="Gelion SemiBold"/>
              </a:rPr>
              <a:t>Chat</a:t>
            </a:r>
          </a:p>
        </p:txBody>
      </p:sp>
      <p:sp>
        <p:nvSpPr>
          <p:cNvPr id="7" name="Text Placeholder 6"/>
          <p:cNvSpPr>
            <a:spLocks noGrp="1"/>
          </p:cNvSpPr>
          <p:nvPr>
            <p:ph type="body" idx="15" sz="quarter"/>
          </p:nvPr>
        </p:nvSpPr>
        <p:spPr/>
        <p:txBody>
          <a:bodyPr/>
          <a:lstStyle/>
          <a:p>
            <a:r>
              <a:rPr sz="1400" b="1">
                <a:solidFill>
                  <a:srgbClr val="FFFFFF"/>
                </a:solidFill>
                <a:latin typeface="Gelion SemiBold"/>
              </a:rPr>
              <a:t>Cowork</a:t>
            </a:r>
          </a:p>
        </p:txBody>
      </p:sp>
      <p:sp>
        <p:nvSpPr>
          <p:cNvPr id="8" name="Text Placeholder 7"/>
          <p:cNvSpPr>
            <a:spLocks noGrp="1"/>
          </p:cNvSpPr>
          <p:nvPr>
            <p:ph type="body" idx="16" sz="quarter"/>
          </p:nvPr>
        </p:nvSpPr>
        <p:spPr/>
        <p:txBody>
          <a:bodyPr/>
          <a:lstStyle/>
          <a:p>
            <a:r>
              <a:rPr sz="1400" b="1">
                <a:solidFill>
                  <a:srgbClr val="FFFFFF"/>
                </a:solidFill>
                <a:latin typeface="Gelion SemiBold"/>
              </a:rPr>
              <a:t>Code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800" b="1">
                <a:solidFill>
                  <a:srgbClr val="FFFFFF"/>
                </a:solidFill>
                <a:latin typeface="Gelion SemiBold"/>
              </a:rPr>
              <a:t>02</a:t>
            </a:r>
          </a:p>
        </p:txBody>
      </p:sp>
      <p:sp>
        <p:nvSpPr>
          <p:cNvPr id="3" name="Picture Placeholder 2"/>
          <p:cNvSpPr>
            <a:spLocks noGrp="1"/>
          </p:cNvSpPr>
          <p:nvPr>
            <p:ph type="pic" idx="13" sz="quarter"/>
          </p:nvPr>
        </p:nvSpPr>
        <p:spPr/>
      </p:sp>
      <p:sp>
        <p:nvSpPr>
          <p:cNvPr id="4" name="Text Placeholder 3"/>
          <p:cNvSpPr>
            <a:spLocks noGrp="1"/>
          </p:cNvSpPr>
          <p:nvPr>
            <p:ph type="body" idx="14" sz="quarter"/>
          </p:nvPr>
        </p:nvSpPr>
        <p:spPr/>
        <p:txBody>
          <a:bodyPr/>
          <a:lstStyle/>
          <a:p>
            <a:r>
              <a:rPr sz="3600">
                <a:solidFill>
                  <a:srgbClr val="FFFFFF"/>
                </a:solidFill>
                <a:latin typeface="Gelion SemiBold"/>
              </a:rPr>
              <a:t>Setting Up for Success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600" b="1">
                <a:solidFill>
                  <a:srgbClr val="0559FA"/>
                </a:solidFill>
                <a:latin typeface="Gelion SemiBold"/>
              </a:rPr>
              <a:t>Getting Started with Cowork — 5 Steps</a:t>
            </a:r>
          </a:p>
        </p:txBody>
      </p:sp>
      <p:sp>
        <p:nvSpPr>
          <p:cNvPr id="3" name="Text Placeholder 2"/>
          <p:cNvSpPr>
            <a:spLocks noGrp="1"/>
          </p:cNvSpPr>
          <p:nvPr>
            <p:ph type="body" idx="11" sz="quarter"/>
          </p:nvPr>
        </p:nvSpPr>
        <p:spPr/>
        <p:txBody>
          <a:bodyPr/>
          <a:lstStyle/>
          <a:p>
            <a:r>
              <a:rPr sz="1200">
                <a:solidFill>
                  <a:srgbClr val="160629"/>
                </a:solidFill>
                <a:latin typeface="Gelion"/>
              </a:rPr>
              <a:t>1.  Install Desktop App — Download from claude.com/download. Log in with Pro, Max, or Team.</a:t>
            </a:r>
          </a:p>
          <a:p/>
          <a:p>
            <a:r>
              <a:rPr sz="1200">
                <a:solidFill>
                  <a:srgbClr val="160629"/>
                </a:solidFill>
                <a:latin typeface="Gelion"/>
              </a:rPr>
              <a:t>2.  Set Global Instructions — Settings &gt; Cowork &gt; Edit. Add your name, role, team context &amp; output preferences.</a:t>
            </a:r>
          </a:p>
          <a:p>
            <a:r>
              <a:rPr sz="1200">
                <a:solidFill>
                  <a:srgbClr val="160629"/>
                </a:solidFill>
                <a:latin typeface="Gelion"/>
              </a:rPr>
              <a:t>    Example: "I'm a GTM Manager at Atlas HXM. Always use Atlas brand voice. Default outputs: .docx or .pptx."</a:t>
            </a:r>
          </a:p>
          <a:p/>
          <a:p>
            <a:r>
              <a:rPr sz="1200">
                <a:solidFill>
                  <a:srgbClr val="160629"/>
                </a:solidFill>
                <a:latin typeface="Gelion"/>
              </a:rPr>
              <a:t>3.  Create First Project — Sidebar &gt; Projects &gt; "+". Pick a local folder and add project instructions.</a:t>
            </a:r>
          </a:p>
          <a:p/>
          <a:p>
            <a:r>
              <a:rPr sz="1200">
                <a:solidFill>
                  <a:srgbClr val="160629"/>
                </a:solidFill>
                <a:latin typeface="Gelion"/>
              </a:rPr>
              <a:t>4.  Connect Your Tools — Settings &gt; Connectors. Link Calendar, Slack, Asana, Outlook, HubSpot, and more.</a:t>
            </a:r>
          </a:p>
          <a:p/>
          <a:p>
            <a:r>
              <a:rPr sz="1200">
                <a:solidFill>
                  <a:srgbClr val="160629"/>
                </a:solidFill>
                <a:latin typeface="Gelion"/>
              </a:rPr>
              <a:t>5.  Add Skills &amp; Plugins — Install the 20+ custom Atlas skills for brand voice, GTM workflows, and document creation.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600" b="1">
                <a:solidFill>
                  <a:srgbClr val="0559FA"/>
                </a:solidFill>
                <a:latin typeface="Gelion SemiBold"/>
              </a:rPr>
              <a:t>Projects — Your Dedicated Workspace</a:t>
            </a:r>
          </a:p>
        </p:txBody>
      </p:sp>
      <p:sp>
        <p:nvSpPr>
          <p:cNvPr id="3" name="Text Placeholder 2"/>
          <p:cNvSpPr>
            <a:spLocks noGrp="1"/>
          </p:cNvSpPr>
          <p:nvPr>
            <p:ph type="body" idx="11" sz="quarter"/>
          </p:nvPr>
        </p:nvSpPr>
        <p:spPr/>
        <p:txBody>
          <a:bodyPr/>
          <a:lstStyle/>
          <a:p>
            <a:r>
              <a:rPr sz="1200">
                <a:solidFill>
                  <a:srgbClr val="160629"/>
                </a:solidFill>
                <a:latin typeface="Gelion"/>
              </a:rPr>
              <a:t>What Lives Inside a Project</a:t>
            </a:r>
          </a:p>
          <a:p>
            <a:r>
              <a:rPr sz="1200">
                <a:solidFill>
                  <a:srgbClr val="160629"/>
                </a:solidFill>
                <a:latin typeface="Gelion"/>
              </a:rPr>
              <a:t>• Working folder — Claude reads and saves files directly to this directory</a:t>
            </a:r>
          </a:p>
          <a:p>
            <a:r>
              <a:rPr sz="1200">
                <a:solidFill>
                  <a:srgbClr val="160629"/>
                </a:solidFill>
                <a:latin typeface="Gelion"/>
              </a:rPr>
              <a:t>• Project instructions — custom rules and context specific to this project</a:t>
            </a:r>
          </a:p>
          <a:p>
            <a:r>
              <a:rPr sz="1200">
                <a:solidFill>
                  <a:srgbClr val="160629"/>
                </a:solidFill>
                <a:latin typeface="Gelion"/>
              </a:rPr>
              <a:t>• Memory — preferences and decisions persist across every session</a:t>
            </a:r>
          </a:p>
          <a:p>
            <a:r>
              <a:rPr sz="1200">
                <a:solidFill>
                  <a:srgbClr val="160629"/>
                </a:solidFill>
                <a:latin typeface="Gelion"/>
              </a:rPr>
              <a:t>• Scheduled tasks — set recurring automations (e.g. weekly pipeline reports)</a:t>
            </a:r>
          </a:p>
          <a:p>
            <a:r>
              <a:rPr sz="1200">
                <a:solidFill>
                  <a:srgbClr val="160629"/>
                </a:solidFill>
                <a:latin typeface="Gelion"/>
              </a:rPr>
              <a:t>• Conversation history — past conversations scoped to this project</a:t>
            </a:r>
          </a:p>
          <a:p/>
          <a:p>
            <a:r>
              <a:rPr sz="1200">
                <a:solidFill>
                  <a:srgbClr val="160629"/>
                </a:solidFill>
                <a:latin typeface="Gelion"/>
              </a:rPr>
              <a:t>Best Practices</a:t>
            </a:r>
          </a:p>
          <a:p>
            <a:r>
              <a:rPr sz="1200">
                <a:solidFill>
                  <a:srgbClr val="160629"/>
                </a:solidFill>
                <a:latin typeface="Gelion"/>
              </a:rPr>
              <a:t>• One project per workstream — separate projects for each campaign or initiative</a:t>
            </a:r>
          </a:p>
          <a:p>
            <a:r>
              <a:rPr sz="1200">
                <a:solidFill>
                  <a:srgbClr val="160629"/>
                </a:solidFill>
                <a:latin typeface="Gelion"/>
              </a:rPr>
              <a:t>• Add context files — drop brand guidelines, ICPs, and templates into the folder</a:t>
            </a:r>
          </a:p>
          <a:p>
            <a:r>
              <a:rPr sz="1200">
                <a:solidFill>
                  <a:srgbClr val="160629"/>
                </a:solidFill>
                <a:latin typeface="Gelion"/>
              </a:rPr>
              <a:t>• Write clear instructions — specify audience, format standards, and what to avoid</a:t>
            </a:r>
          </a:p>
          <a:p>
            <a:r>
              <a:rPr sz="1200">
                <a:solidFill>
                  <a:srgbClr val="160629"/>
                </a:solidFill>
                <a:latin typeface="Gelion"/>
              </a:rPr>
              <a:t>• Build a shared team project — same skills + instructions = consistent outputs across all users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300" b="1">
                <a:solidFill>
                  <a:srgbClr val="0559FA"/>
                </a:solidFill>
                <a:latin typeface="Gelion SemiBold"/>
              </a:rPr>
              <a:t>Memory &amp; Instructions — Claude Gets Smarter Over Time</a:t>
            </a:r>
          </a:p>
        </p:txBody>
      </p:sp>
      <p:sp>
        <p:nvSpPr>
          <p:cNvPr id="3" name="Text Placeholder 2"/>
          <p:cNvSpPr>
            <a:spLocks noGrp="1"/>
          </p:cNvSpPr>
          <p:nvPr>
            <p:ph type="body" idx="11" sz="quarter"/>
          </p:nvPr>
        </p:nvSpPr>
        <p:spPr/>
        <p:txBody>
          <a:bodyPr/>
          <a:lstStyle/>
          <a:p>
            <a:r>
              <a:rPr sz="1200">
                <a:solidFill>
                  <a:srgbClr val="160629"/>
                </a:solidFill>
                <a:latin typeface="Gelion"/>
              </a:rPr>
              <a:t>Global Instructions (Settings &gt; Cowork &gt; Global Instructions)</a:t>
            </a:r>
          </a:p>
          <a:p>
            <a:r>
              <a:rPr sz="1200">
                <a:solidFill>
                  <a:srgbClr val="160629"/>
                </a:solidFill>
                <a:latin typeface="Gelion"/>
              </a:rPr>
              <a:t>• Your name, role, and team  •  Communication style preferences</a:t>
            </a:r>
          </a:p>
          <a:p>
            <a:r>
              <a:rPr sz="1200">
                <a:solidFill>
                  <a:srgbClr val="160629"/>
                </a:solidFill>
                <a:latin typeface="Gelion"/>
              </a:rPr>
              <a:t>• Default output formats (.docx, .pptx)  •  Tools and platforms your team uses</a:t>
            </a:r>
          </a:p>
          <a:p/>
          <a:p>
            <a:r>
              <a:rPr sz="1200">
                <a:solidFill>
                  <a:srgbClr val="160629"/>
                </a:solidFill>
                <a:latin typeface="Gelion"/>
              </a:rPr>
              <a:t>Project-Level Memory — Claude saves patterns and decisions automatically:</a:t>
            </a:r>
          </a:p>
          <a:p>
            <a:r>
              <a:rPr sz="1200">
                <a:solidFill>
                  <a:srgbClr val="160629"/>
                </a:solidFill>
                <a:latin typeface="Gelion"/>
              </a:rPr>
              <a:t>• User memories — your role, expertise, work style</a:t>
            </a:r>
          </a:p>
          <a:p>
            <a:r>
              <a:rPr sz="1200">
                <a:solidFill>
                  <a:srgbClr val="160629"/>
                </a:solidFill>
                <a:latin typeface="Gelion"/>
              </a:rPr>
              <a:t>• Feedback memories — corrections and confirmed approaches</a:t>
            </a:r>
          </a:p>
          <a:p>
            <a:r>
              <a:rPr sz="1200">
                <a:solidFill>
                  <a:srgbClr val="160629"/>
                </a:solidFill>
                <a:latin typeface="Gelion"/>
              </a:rPr>
              <a:t>• Project memories — deadlines, stakeholders, decisions</a:t>
            </a:r>
          </a:p>
          <a:p>
            <a:r>
              <a:rPr sz="1200">
                <a:solidFill>
                  <a:srgbClr val="160629"/>
                </a:solidFill>
                <a:latin typeface="Gelion"/>
              </a:rPr>
              <a:t>• Reference memories — where to find external info (Slack, dashboards, docs)</a:t>
            </a:r>
          </a:p>
          <a:p/>
          <a:p>
            <a:r>
              <a:rPr sz="1200">
                <a:solidFill>
                  <a:srgbClr val="160629"/>
                </a:solidFill>
                <a:latin typeface="Gelion"/>
              </a:rPr>
              <a:t>How to use it: Tell Claude "remember that our Q2 campaign launches April 15" — it saves immediately.</a:t>
            </a:r>
          </a:p>
          <a:p>
            <a:r>
              <a:rPr sz="1200">
                <a:solidFill>
                  <a:srgbClr val="160629"/>
                </a:solidFill>
                <a:latin typeface="Gelion"/>
              </a:rPr>
              <a:t>Or: "forget the old positioning doc" — it removes the memory and stops referencing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800" b="1">
                <a:solidFill>
                  <a:srgbClr val="FFFFFF"/>
                </a:solidFill>
                <a:latin typeface="Gelion SemiBold"/>
              </a:rPr>
              <a:t>03</a:t>
            </a:r>
          </a:p>
        </p:txBody>
      </p:sp>
      <p:sp>
        <p:nvSpPr>
          <p:cNvPr id="3" name="Picture Placeholder 2"/>
          <p:cNvSpPr>
            <a:spLocks noGrp="1"/>
          </p:cNvSpPr>
          <p:nvPr>
            <p:ph type="pic" idx="13" sz="quarter"/>
          </p:nvPr>
        </p:nvSpPr>
        <p:spPr/>
      </p:sp>
      <p:sp>
        <p:nvSpPr>
          <p:cNvPr id="4" name="Text Placeholder 3"/>
          <p:cNvSpPr>
            <a:spLocks noGrp="1"/>
          </p:cNvSpPr>
          <p:nvPr>
            <p:ph type="body" idx="14" sz="quarter"/>
          </p:nvPr>
        </p:nvSpPr>
        <p:spPr/>
        <p:txBody>
          <a:bodyPr/>
          <a:lstStyle/>
          <a:p>
            <a:r>
              <a:rPr sz="3600">
                <a:solidFill>
                  <a:srgbClr val="FFFFFF"/>
                </a:solidFill>
                <a:latin typeface="Gelion SemiBold"/>
              </a:rPr>
              <a:t>Power Features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400" b="1">
                <a:solidFill>
                  <a:srgbClr val="0559FA"/>
                </a:solidFill>
                <a:latin typeface="Gelion SemiBold"/>
              </a:rPr>
              <a:t>Skills — Persistent Instructions That Never Expire</a:t>
            </a:r>
          </a:p>
        </p:txBody>
      </p:sp>
      <p:sp>
        <p:nvSpPr>
          <p:cNvPr id="3" name="Text Placeholder 2"/>
          <p:cNvSpPr>
            <a:spLocks noGrp="1"/>
          </p:cNvSpPr>
          <p:nvPr>
            <p:ph type="body" idx="11" sz="quarter"/>
          </p:nvPr>
        </p:nvSpPr>
        <p:spPr/>
        <p:txBody>
          <a:bodyPr/>
          <a:lstStyle/>
          <a:p>
            <a:r>
              <a:rPr sz="1200">
                <a:solidFill>
                  <a:srgbClr val="160629"/>
                </a:solidFill>
                <a:latin typeface="Gelion"/>
              </a:rPr>
              <a:t>A Skill is a markdown file that gives Claude specialized knowledge. It activates automatically when a matching task is detected — no prompting required.</a:t>
            </a:r>
          </a:p>
          <a:p/>
          <a:p>
            <a:r>
              <a:rPr sz="1200">
                <a:solidFill>
                  <a:srgbClr val="160629"/>
                </a:solidFill>
                <a:latin typeface="Gelion"/>
              </a:rPr>
              <a:t>How Skills Work</a:t>
            </a:r>
          </a:p>
          <a:p>
            <a:r>
              <a:rPr sz="1200">
                <a:solidFill>
                  <a:srgbClr val="160629"/>
                </a:solidFill>
                <a:latin typeface="Gelion"/>
              </a:rPr>
              <a:t>• Stored as SKILL.md in .claude/skills/  •  No code or API needed</a:t>
            </a:r>
          </a:p>
          <a:p>
            <a:r>
              <a:rPr sz="1200">
                <a:solidFill>
                  <a:srgbClr val="160629"/>
                </a:solidFill>
                <a:latin typeface="Gelion"/>
              </a:rPr>
              <a:t>• Multiple skills combine automatically  •  Include templates, rules, examples</a:t>
            </a:r>
          </a:p>
          <a:p/>
          <a:p>
            <a:r>
              <a:rPr sz="1200">
                <a:solidFill>
                  <a:srgbClr val="160629"/>
                </a:solidFill>
                <a:latin typeface="Gelion"/>
              </a:rPr>
              <a:t>Creating Your Own Skills (No Code Needed)</a:t>
            </a:r>
          </a:p>
          <a:p>
            <a:r>
              <a:rPr sz="1200">
                <a:solidFill>
                  <a:srgbClr val="160629"/>
                </a:solidFill>
                <a:latin typeface="Gelion"/>
              </a:rPr>
              <a:t>1. Define the task — be specific: "Write LinkedIn posts for Atlas" beats "write social content"</a:t>
            </a:r>
          </a:p>
          <a:p>
            <a:r>
              <a:rPr sz="1200">
                <a:solidFill>
                  <a:srgbClr val="160629"/>
                </a:solidFill>
                <a:latin typeface="Gelion"/>
              </a:rPr>
              <a:t>2. Write the SKILL.md — include Role, Rules, Tone, Templates, and 2–3 before/after examples</a:t>
            </a:r>
          </a:p>
          <a:p>
            <a:r>
              <a:rPr sz="1200">
                <a:solidFill>
                  <a:srgbClr val="160629"/>
                </a:solidFill>
                <a:latin typeface="Gelion"/>
              </a:rPr>
              <a:t>3. Save &amp; test — save to .claude/skills/your-skill-name/SKILL.md and iterate</a:t>
            </a:r>
          </a:p>
          <a:p/>
          <a:p>
            <a:r>
              <a:rPr sz="1200">
                <a:solidFill>
                  <a:srgbClr val="160629"/>
                </a:solidFill>
                <a:latin typeface="Gelion"/>
              </a:rPr>
              <a:t>Team tip: Skills are just files. Share via a shared project directory or repo.</a:t>
            </a:r>
          </a:p>
          <a:p>
            <a:r>
              <a:rPr sz="1200">
                <a:solidFill>
                  <a:srgbClr val="160629"/>
                </a:solidFill>
                <a:latin typeface="Gelion"/>
              </a:rPr>
              <a:t>Same skills across the team = consistent, on-brand outputs every time.</a:t>
            </a:r>
          </a:p>
          <a:p>
            <a:r>
              <a:rPr sz="1200">
                <a:solidFill>
                  <a:srgbClr val="160629"/>
                </a:solidFill>
                <a:latin typeface="Gelion"/>
              </a:rPr>
              <a:t>Use the skill-creator skill to scaffold new skills automatically.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400" b="1">
                <a:solidFill>
                  <a:srgbClr val="160629"/>
                </a:solidFill>
                <a:latin typeface="Gelion SemiBold"/>
              </a:rPr>
              <a:t>Atlas Skills Library — 20+ Custom Skills Installed</a:t>
            </a:r>
          </a:p>
        </p:txBody>
      </p:sp>
      <p:sp>
        <p:nvSpPr>
          <p:cNvPr id="3" name="Text Placeholder 2"/>
          <p:cNvSpPr>
            <a:spLocks noGrp="1"/>
          </p:cNvSpPr>
          <p:nvPr>
            <p:ph type="body" idx="11" sz="quarter"/>
          </p:nvPr>
        </p:nvSpPr>
        <p:spPr/>
        <p:txBody>
          <a:bodyPr/>
          <a:lstStyle/>
          <a:p>
            <a:r>
              <a:rPr sz="1000">
                <a:solidFill>
                  <a:srgbClr val="160629"/>
                </a:solidFill>
                <a:latin typeface="Gelion"/>
              </a:rPr>
              <a:t>• brand-guidelines — voice, colors, logos</a:t>
            </a:r>
          </a:p>
          <a:p>
            <a:r>
              <a:rPr sz="1000">
                <a:solidFill>
                  <a:srgbClr val="160629"/>
                </a:solidFill>
                <a:latin typeface="Gelion"/>
              </a:rPr>
              <a:t>• social — LinkedIn, Twitter/X posts</a:t>
            </a:r>
          </a:p>
          <a:p>
            <a:r>
              <a:rPr sz="1000">
                <a:solidFill>
                  <a:srgbClr val="160629"/>
                </a:solidFill>
                <a:latin typeface="Gelion"/>
              </a:rPr>
              <a:t>• email — cold outbound, follow-ups</a:t>
            </a:r>
          </a:p>
          <a:p>
            <a:r>
              <a:rPr sz="1000">
                <a:solidFill>
                  <a:srgbClr val="160629"/>
                </a:solidFill>
                <a:latin typeface="Gelion"/>
              </a:rPr>
              <a:t>• dm — LinkedIn DMs &amp; outreach</a:t>
            </a:r>
          </a:p>
          <a:p>
            <a:r>
              <a:rPr sz="1000">
                <a:solidFill>
                  <a:srgbClr val="160629"/>
                </a:solidFill>
                <a:latin typeface="Gelion"/>
              </a:rPr>
              <a:t>• internal-messaging — Slack, Teams</a:t>
            </a:r>
          </a:p>
          <a:p/>
          <a:p>
            <a:r>
              <a:rPr sz="1000">
                <a:solidFill>
                  <a:srgbClr val="160629"/>
                </a:solidFill>
                <a:latin typeface="Gelion"/>
              </a:rPr>
              <a:t>Skills combine automatically:</a:t>
            </a:r>
          </a:p>
          <a:p>
            <a:r>
              <a:rPr sz="1000">
                <a:solidFill>
                  <a:srgbClr val="160629"/>
                </a:solidFill>
                <a:latin typeface="Gelion"/>
              </a:rPr>
              <a:t>"cold email about hiring in Germany"</a:t>
            </a:r>
          </a:p>
          <a:p>
            <a:r>
              <a:rPr sz="1000">
                <a:solidFill>
                  <a:srgbClr val="160629"/>
                </a:solidFill>
                <a:latin typeface="Gelion"/>
              </a:rPr>
              <a:t>triggers email + brand-guidelines + country</a:t>
            </a:r>
          </a:p>
        </p:txBody>
      </p:sp>
      <p:sp>
        <p:nvSpPr>
          <p:cNvPr id="4" name="Text Placeholder 3"/>
          <p:cNvSpPr>
            <a:spLocks noGrp="1"/>
          </p:cNvSpPr>
          <p:nvPr>
            <p:ph type="body" idx="12" sz="quarter"/>
          </p:nvPr>
        </p:nvSpPr>
        <p:spPr/>
        <p:txBody>
          <a:bodyPr/>
          <a:lstStyle/>
          <a:p>
            <a:r>
              <a:rPr sz="1000">
                <a:solidFill>
                  <a:srgbClr val="160629"/>
                </a:solidFill>
                <a:latin typeface="Gelion"/>
              </a:rPr>
              <a:t>• intro — intro decks, "What is Atlas"</a:t>
            </a:r>
          </a:p>
          <a:p>
            <a:r>
              <a:rPr sz="1000">
                <a:solidFill>
                  <a:srgbClr val="160629"/>
                </a:solidFill>
                <a:latin typeface="Gelion"/>
              </a:rPr>
              <a:t>• demo — scripts, prep, follow-up</a:t>
            </a:r>
          </a:p>
          <a:p>
            <a:r>
              <a:rPr sz="1000">
                <a:solidFill>
                  <a:srgbClr val="160629"/>
                </a:solidFill>
                <a:latin typeface="Gelion"/>
              </a:rPr>
              <a:t>• phone — cold call &amp; voicemail</a:t>
            </a:r>
          </a:p>
          <a:p>
            <a:r>
              <a:rPr sz="1000">
                <a:solidFill>
                  <a:srgbClr val="160629"/>
                </a:solidFill>
                <a:latin typeface="Gelion"/>
              </a:rPr>
              <a:t>• pricing — one-pagers, ROI calc</a:t>
            </a:r>
          </a:p>
          <a:p>
            <a:r>
              <a:rPr sz="1000">
                <a:solidFill>
                  <a:srgbClr val="160629"/>
                </a:solidFill>
                <a:latin typeface="Gelion"/>
              </a:rPr>
              <a:t>• proposal — proposals &amp; RFPs</a:t>
            </a:r>
          </a:p>
          <a:p>
            <a:r>
              <a:rPr sz="1000">
                <a:solidFill>
                  <a:srgbClr val="160629"/>
                </a:solidFill>
                <a:latin typeface="Gelion"/>
              </a:rPr>
              <a:t>• country — profiles &amp; compliance</a:t>
            </a:r>
          </a:p>
          <a:p>
            <a:r>
              <a:rPr sz="1000">
                <a:solidFill>
                  <a:srgbClr val="160629"/>
                </a:solidFill>
                <a:latin typeface="Gelion"/>
              </a:rPr>
              <a:t>• atlas-eor-knowledge — EOR Q&amp;A</a:t>
            </a:r>
          </a:p>
          <a:p>
            <a:r>
              <a:rPr sz="1000">
                <a:solidFill>
                  <a:srgbClr val="160629"/>
                </a:solidFill>
                <a:latin typeface="Gelion"/>
              </a:rPr>
              <a:t>• gtm-architect — Clay, n8n, HubSpot</a:t>
            </a:r>
          </a:p>
        </p:txBody>
      </p:sp>
      <p:sp>
        <p:nvSpPr>
          <p:cNvPr id="5" name="Text Placeholder 4"/>
          <p:cNvSpPr>
            <a:spLocks noGrp="1"/>
          </p:cNvSpPr>
          <p:nvPr>
            <p:ph type="body" idx="13" sz="quarter"/>
          </p:nvPr>
        </p:nvSpPr>
        <p:spPr/>
        <p:txBody>
          <a:bodyPr/>
          <a:lstStyle/>
          <a:p>
            <a:r>
              <a:rPr sz="1000">
                <a:solidFill>
                  <a:srgbClr val="160629"/>
                </a:solidFill>
                <a:latin typeface="Gelion"/>
              </a:rPr>
              <a:t>• presentations — PPT, 40+ layouts</a:t>
            </a:r>
          </a:p>
          <a:p>
            <a:r>
              <a:rPr sz="1000">
                <a:solidFill>
                  <a:srgbClr val="160629"/>
                </a:solidFill>
                <a:latin typeface="Gelion"/>
              </a:rPr>
              <a:t>• reports — client &amp; market reports</a:t>
            </a:r>
          </a:p>
          <a:p>
            <a:r>
              <a:rPr sz="1000">
                <a:solidFill>
                  <a:srgbClr val="160629"/>
                </a:solidFill>
                <a:latin typeface="Gelion"/>
              </a:rPr>
              <a:t>• docs — one-pagers, white papers</a:t>
            </a:r>
          </a:p>
          <a:p>
            <a:r>
              <a:rPr sz="1000">
                <a:solidFill>
                  <a:srgbClr val="160629"/>
                </a:solidFill>
                <a:latin typeface="Gelion"/>
              </a:rPr>
              <a:t>• docx / xlsx / pdf / pptx</a:t>
            </a:r>
          </a:p>
          <a:p>
            <a:r>
              <a:rPr sz="1000">
                <a:solidFill>
                  <a:srgbClr val="160629"/>
                </a:solidFill>
                <a:latin typeface="Gelion"/>
              </a:rPr>
              <a:t>• schedule — recurring tasks</a:t>
            </a:r>
          </a:p>
          <a:p>
            <a:r>
              <a:rPr sz="1000">
                <a:solidFill>
                  <a:srgbClr val="160629"/>
                </a:solidFill>
                <a:latin typeface="Gelion"/>
              </a:rPr>
              <a:t>• skill-creator — build skills fast</a:t>
            </a:r>
          </a:p>
          <a:p>
            <a:r>
              <a:rPr sz="1000">
                <a:solidFill>
                  <a:srgbClr val="160629"/>
                </a:solidFill>
                <a:latin typeface="Gelion"/>
              </a:rPr>
              <a:t>• dashboard-builder — HTML dashboards</a:t>
            </a:r>
          </a:p>
          <a:p>
            <a:r>
              <a:rPr sz="1000">
                <a:solidFill>
                  <a:srgbClr val="160629"/>
                </a:solidFill>
                <a:latin typeface="Gelion"/>
              </a:rPr>
              <a:t>• n8n-engineer — workflow automation</a:t>
            </a:r>
          </a:p>
        </p:txBody>
      </p:sp>
      <p:sp>
        <p:nvSpPr>
          <p:cNvPr id="6" name="Text Placeholder 5"/>
          <p:cNvSpPr>
            <a:spLocks noGrp="1"/>
          </p:cNvSpPr>
          <p:nvPr>
            <p:ph type="body" idx="14" sz="quarter"/>
          </p:nvPr>
        </p:nvSpPr>
        <p:spPr/>
        <p:txBody>
          <a:bodyPr/>
          <a:lstStyle/>
          <a:p>
            <a:r>
              <a:rPr sz="1300" b="1">
                <a:solidFill>
                  <a:srgbClr val="FFFFFF"/>
                </a:solidFill>
                <a:latin typeface="Gelion SemiBold"/>
              </a:rPr>
              <a:t>Brand &amp; Content</a:t>
            </a:r>
          </a:p>
        </p:txBody>
      </p:sp>
      <p:sp>
        <p:nvSpPr>
          <p:cNvPr id="7" name="Text Placeholder 6"/>
          <p:cNvSpPr>
            <a:spLocks noGrp="1"/>
          </p:cNvSpPr>
          <p:nvPr>
            <p:ph type="body" idx="15" sz="quarter"/>
          </p:nvPr>
        </p:nvSpPr>
        <p:spPr/>
        <p:txBody>
          <a:bodyPr/>
          <a:lstStyle/>
          <a:p>
            <a:r>
              <a:rPr sz="1300" b="1">
                <a:solidFill>
                  <a:srgbClr val="FFFFFF"/>
                </a:solidFill>
                <a:latin typeface="Gelion SemiBold"/>
              </a:rPr>
              <a:t>Sales &amp; GTM</a:t>
            </a:r>
          </a:p>
        </p:txBody>
      </p:sp>
      <p:sp>
        <p:nvSpPr>
          <p:cNvPr id="8" name="Text Placeholder 7"/>
          <p:cNvSpPr>
            <a:spLocks noGrp="1"/>
          </p:cNvSpPr>
          <p:nvPr>
            <p:ph type="body" idx="16" sz="quarter"/>
          </p:nvPr>
        </p:nvSpPr>
        <p:spPr/>
        <p:txBody>
          <a:bodyPr/>
          <a:lstStyle/>
          <a:p>
            <a:r>
              <a:rPr sz="1200" b="1">
                <a:solidFill>
                  <a:srgbClr val="FFFFFF"/>
                </a:solidFill>
                <a:latin typeface="Gelion SemiBold"/>
              </a:rPr>
              <a:t>Documents &amp; Deliverables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600" b="1">
                <a:solidFill>
                  <a:srgbClr val="0559FA"/>
                </a:solidFill>
                <a:latin typeface="Gelion SemiBold"/>
              </a:rPr>
              <a:t>Artifacts, Plugins &amp; Connectors</a:t>
            </a:r>
          </a:p>
        </p:txBody>
      </p:sp>
      <p:sp>
        <p:nvSpPr>
          <p:cNvPr id="3" name="Text Placeholder 2"/>
          <p:cNvSpPr>
            <a:spLocks noGrp="1"/>
          </p:cNvSpPr>
          <p:nvPr>
            <p:ph type="body" idx="11" sz="quarter"/>
          </p:nvPr>
        </p:nvSpPr>
        <p:spPr/>
        <p:txBody>
          <a:bodyPr/>
          <a:lstStyle/>
          <a:p>
            <a:r>
              <a:rPr sz="1200">
                <a:solidFill>
                  <a:srgbClr val="160629"/>
                </a:solidFill>
                <a:latin typeface="Gelion"/>
              </a:rPr>
              <a:t>Artifacts — Idea to Interactive Prototype</a:t>
            </a:r>
          </a:p>
          <a:p>
            <a:r>
              <a:rPr sz="1200">
                <a:solidFill>
                  <a:srgbClr val="160629"/>
                </a:solidFill>
                <a:latin typeface="Gelion"/>
              </a:rPr>
              <a:t>• React apps (dashboards, calculators), HTML pages, SVG graphics, Mermaid diagrams</a:t>
            </a:r>
          </a:p>
          <a:p>
            <a:r>
              <a:rPr sz="1200">
                <a:solidFill>
                  <a:srgbClr val="160629"/>
                </a:solidFill>
                <a:latin typeface="Gelion"/>
              </a:rPr>
              <a:t>• Data visualizations with Recharts, D3, Chart.js  •  Publishable &amp; shareable without a Claude account</a:t>
            </a:r>
          </a:p>
          <a:p>
            <a:r>
              <a:rPr sz="1200">
                <a:solidFill>
                  <a:srgbClr val="160629"/>
                </a:solidFill>
                <a:latin typeface="Gelion"/>
              </a:rPr>
              <a:t>• Tip: Be specific on layout, data, colors, behavior. Iterate through conversation.</a:t>
            </a:r>
          </a:p>
          <a:p/>
          <a:p>
            <a:r>
              <a:rPr sz="1200">
                <a:solidFill>
                  <a:srgbClr val="160629"/>
                </a:solidFill>
                <a:latin typeface="Gelion"/>
              </a:rPr>
              <a:t>Connectors (Built-in)</a:t>
            </a:r>
          </a:p>
          <a:p>
            <a:r>
              <a:rPr sz="1200">
                <a:solidFill>
                  <a:srgbClr val="160629"/>
                </a:solidFill>
                <a:latin typeface="Gelion"/>
              </a:rPr>
              <a:t>• Google Calendar, Gmail  •  Slack, Microsoft Teams  •  Asana, Linear, Jira</a:t>
            </a:r>
          </a:p>
          <a:p>
            <a:r>
              <a:rPr sz="1200">
                <a:solidFill>
                  <a:srgbClr val="160629"/>
                </a:solidFill>
                <a:latin typeface="Gelion"/>
              </a:rPr>
              <a:t>• Outlook, SharePoint, OneDrive  •  Salesforce, HubSpot</a:t>
            </a:r>
          </a:p>
          <a:p/>
          <a:p>
            <a:r>
              <a:rPr sz="1200">
                <a:solidFill>
                  <a:srgbClr val="160629"/>
                </a:solidFill>
                <a:latin typeface="Gelion"/>
              </a:rPr>
              <a:t>MCP Servers &amp; Plugins</a:t>
            </a:r>
          </a:p>
          <a:p>
            <a:r>
              <a:rPr sz="1200">
                <a:solidFill>
                  <a:srgbClr val="160629"/>
                </a:solidFill>
                <a:latin typeface="Gelion"/>
              </a:rPr>
              <a:t>• GitHub, filesystem access, databases  •  Web scraping &amp; data enrichment</a:t>
            </a:r>
          </a:p>
          <a:p>
            <a:r>
              <a:rPr sz="1200">
                <a:solidFill>
                  <a:srgbClr val="160629"/>
                </a:solidFill>
                <a:latin typeface="Gelion"/>
              </a:rPr>
              <a:t>• Custom internal APIs  •  Plugins bundle MCPs + Skills + Tools into one installable package</a:t>
            </a:r>
          </a:p>
          <a:p>
            <a:r>
              <a:rPr sz="1200">
                <a:solidFill>
                  <a:srgbClr val="160629"/>
                </a:solidFill>
                <a:latin typeface="Gelion"/>
              </a:rPr>
              <a:t>• Use the MCP Registry to discover and install new connectors from the marketplace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800" b="1">
                <a:solidFill>
                  <a:srgbClr val="FFFFFF"/>
                </a:solidFill>
                <a:latin typeface="Gelion SemiBold"/>
              </a:rPr>
              <a:t>04</a:t>
            </a:r>
          </a:p>
        </p:txBody>
      </p:sp>
      <p:sp>
        <p:nvSpPr>
          <p:cNvPr id="3" name="Picture Placeholder 2"/>
          <p:cNvSpPr>
            <a:spLocks noGrp="1"/>
          </p:cNvSpPr>
          <p:nvPr>
            <p:ph type="pic" idx="13" sz="quarter"/>
          </p:nvPr>
        </p:nvSpPr>
        <p:spPr/>
      </p:sp>
      <p:sp>
        <p:nvSpPr>
          <p:cNvPr id="4" name="Text Placeholder 3"/>
          <p:cNvSpPr>
            <a:spLocks noGrp="1"/>
          </p:cNvSpPr>
          <p:nvPr>
            <p:ph type="body" idx="14" sz="quarter"/>
          </p:nvPr>
        </p:nvSpPr>
        <p:spPr/>
        <p:txBody>
          <a:bodyPr/>
          <a:lstStyle/>
          <a:p>
            <a:r>
              <a:rPr sz="3400">
                <a:solidFill>
                  <a:srgbClr val="FFFFFF"/>
                </a:solidFill>
                <a:latin typeface="Gelion SemiBold"/>
              </a:rPr>
              <a:t>Best Practices &amp; Next Steps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600" b="1">
                <a:solidFill>
                  <a:srgbClr val="0559FA"/>
                </a:solidFill>
                <a:latin typeface="Gelion SemiBold"/>
              </a:rPr>
              <a:t>The CRAFT Framework — Write Better Prompts</a:t>
            </a:r>
          </a:p>
        </p:txBody>
      </p:sp>
      <p:sp>
        <p:nvSpPr>
          <p:cNvPr id="3" name="Text Placeholder 2"/>
          <p:cNvSpPr>
            <a:spLocks noGrp="1"/>
          </p:cNvSpPr>
          <p:nvPr>
            <p:ph type="body" idx="11" sz="quarter"/>
          </p:nvPr>
        </p:nvSpPr>
        <p:spPr/>
        <p:txBody>
          <a:bodyPr/>
          <a:lstStyle/>
          <a:p>
            <a:r>
              <a:rPr sz="1200">
                <a:solidFill>
                  <a:srgbClr val="160629"/>
                </a:solidFill>
                <a:latin typeface="Gelion"/>
              </a:rPr>
              <a:t>C — Context: Who you are, what project, who the audience is</a:t>
            </a:r>
          </a:p>
          <a:p>
            <a:r>
              <a:rPr sz="1200">
                <a:solidFill>
                  <a:srgbClr val="160629"/>
                </a:solidFill>
                <a:latin typeface="Gelion"/>
              </a:rPr>
              <a:t>R — Role: "You are an Atlas content strategist targeting HR Directors"</a:t>
            </a:r>
          </a:p>
          <a:p>
            <a:r>
              <a:rPr sz="1200">
                <a:solidFill>
                  <a:srgbClr val="160629"/>
                </a:solidFill>
                <a:latin typeface="Gelion"/>
              </a:rPr>
              <a:t>A — Action: "Write a 300-word blog intro about EOR compliance risks in Germany"</a:t>
            </a:r>
          </a:p>
          <a:p>
            <a:r>
              <a:rPr sz="1200">
                <a:solidFill>
                  <a:srgbClr val="160629"/>
                </a:solidFill>
                <a:latin typeface="Gelion"/>
              </a:rPr>
              <a:t>F — Format: "As a .docx with H2 headers and bullet points"</a:t>
            </a:r>
          </a:p>
          <a:p>
            <a:r>
              <a:rPr sz="1200">
                <a:solidFill>
                  <a:srgbClr val="160629"/>
                </a:solidFill>
                <a:latin typeface="Gelion"/>
              </a:rPr>
              <a:t>T — Tone: "Authoritative but not formal, per Atlas brand voice"</a:t>
            </a:r>
          </a:p>
          <a:p/>
          <a:p>
            <a:r>
              <a:rPr sz="1200">
                <a:solidFill>
                  <a:srgbClr val="160629"/>
                </a:solidFill>
                <a:latin typeface="Gelion"/>
              </a:rPr>
              <a:t>Weak:  "Write a blog post about EOR"  |  "Make a presentation"</a:t>
            </a:r>
          </a:p>
          <a:p/>
          <a:p>
            <a:r>
              <a:rPr sz="1200">
                <a:solidFill>
                  <a:srgbClr val="160629"/>
                </a:solidFill>
                <a:latin typeface="Gelion"/>
              </a:rPr>
              <a:t>Strong:  "Write a 600-word blog post for HR Directors at mid-market companies. Cover the top 3 compliance risks when hiring in Germany. Atlas brand voice. Save as .docx."</a:t>
            </a:r>
          </a:p>
          <a:p/>
          <a:p>
            <a:r>
              <a:rPr sz="1200">
                <a:solidFill>
                  <a:srgbClr val="160629"/>
                </a:solidFill>
                <a:latin typeface="Gelion"/>
              </a:rPr>
              <a:t>Strong:  "Create a 10-slide .pptx for Q2 sales kickoff. Audience: AEs and SDRs. Cover new messaging, updated ICP, and competitive positioning. Use the Atlas PPT template."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600" b="1">
                <a:solidFill>
                  <a:srgbClr val="0559FA"/>
                </a:solidFill>
                <a:latin typeface="Gelion SemiBold"/>
              </a:rPr>
              <a:t>10 Best Practices for the Atlas GTM Team</a:t>
            </a:r>
          </a:p>
        </p:txBody>
      </p:sp>
      <p:sp>
        <p:nvSpPr>
          <p:cNvPr id="3" name="Text Placeholder 2"/>
          <p:cNvSpPr>
            <a:spLocks noGrp="1"/>
          </p:cNvSpPr>
          <p:nvPr>
            <p:ph type="body" idx="11" sz="quarter"/>
          </p:nvPr>
        </p:nvSpPr>
        <p:spPr/>
        <p:txBody>
          <a:bodyPr/>
          <a:lstStyle/>
          <a:p>
            <a:r>
              <a:rPr sz="1200">
                <a:solidFill>
                  <a:srgbClr val="160629"/>
                </a:solidFill>
                <a:latin typeface="Gelion"/>
              </a:rPr>
              <a:t>1.  Be specific — include audience, format, word count in every prompt</a:t>
            </a:r>
          </a:p>
          <a:p>
            <a:r>
              <a:rPr sz="1200">
                <a:solidFill>
                  <a:srgbClr val="160629"/>
                </a:solidFill>
                <a:latin typeface="Gelion"/>
              </a:rPr>
              <a:t>2.  Use Projects — always. Never work in bare conversations</a:t>
            </a:r>
          </a:p>
          <a:p>
            <a:r>
              <a:rPr sz="1200">
                <a:solidFill>
                  <a:srgbClr val="160629"/>
                </a:solidFill>
                <a:latin typeface="Gelion"/>
              </a:rPr>
              <a:t>3.  Front-load context — drop brand docs, ICPs, and examples into the project folder</a:t>
            </a:r>
          </a:p>
          <a:p>
            <a:r>
              <a:rPr sz="1200">
                <a:solidFill>
                  <a:srgbClr val="160629"/>
                </a:solidFill>
                <a:latin typeface="Gelion"/>
              </a:rPr>
              <a:t>4.  Iterate, don't restart — fix the 20% that's wrong, don't start from scratch</a:t>
            </a:r>
          </a:p>
          <a:p>
            <a:r>
              <a:rPr sz="1200">
                <a:solidFill>
                  <a:srgbClr val="160629"/>
                </a:solidFill>
                <a:latin typeface="Gelion"/>
              </a:rPr>
              <a:t>5.  Give feedback — "perfect" or "never do X" builds memory for future sessions</a:t>
            </a:r>
          </a:p>
          <a:p>
            <a:r>
              <a:rPr sz="1200">
                <a:solidFill>
                  <a:srgbClr val="160629"/>
                </a:solidFill>
                <a:latin typeface="Gelion"/>
              </a:rPr>
              <a:t>6.  Schedule recurring work — set once, get results forever</a:t>
            </a:r>
          </a:p>
          <a:p>
            <a:r>
              <a:rPr sz="1200">
                <a:solidFill>
                  <a:srgbClr val="160629"/>
                </a:solidFill>
                <a:latin typeface="Gelion"/>
              </a:rPr>
              <a:t>7.  Combine skills — brand-guidelines + presentations = significantly better output</a:t>
            </a:r>
          </a:p>
          <a:p>
            <a:r>
              <a:rPr sz="1200">
                <a:solidFill>
                  <a:srgbClr val="160629"/>
                </a:solidFill>
                <a:latin typeface="Gelion"/>
              </a:rPr>
              <a:t>8.  Use Chat for quick things — don't burn Cowork tokens on simple questions</a:t>
            </a:r>
          </a:p>
          <a:p>
            <a:r>
              <a:rPr sz="1200">
                <a:solidFill>
                  <a:srgbClr val="160629"/>
                </a:solidFill>
                <a:latin typeface="Gelion"/>
              </a:rPr>
              <a:t>9.  Review before sharing — check accuracy, brand voice, and confidential data</a:t>
            </a:r>
          </a:p>
          <a:p>
            <a:r>
              <a:rPr sz="1200">
                <a:solidFill>
                  <a:srgbClr val="160629"/>
                </a:solidFill>
                <a:latin typeface="Gelion"/>
              </a:rPr>
              <a:t>10. Share skills with your team — build once, everyone benefits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600" b="1">
                <a:solidFill>
                  <a:srgbClr val="0559FA"/>
                </a:solidFill>
                <a:latin typeface="Gelion SemiBold"/>
              </a:rPr>
              <a:t>Security, Compliance &amp; Data Handling</a:t>
            </a:r>
          </a:p>
        </p:txBody>
      </p:sp>
      <p:sp>
        <p:nvSpPr>
          <p:cNvPr id="3" name="Text Placeholder 2"/>
          <p:cNvSpPr>
            <a:spLocks noGrp="1"/>
          </p:cNvSpPr>
          <p:nvPr>
            <p:ph type="body" idx="11" sz="quarter"/>
          </p:nvPr>
        </p:nvSpPr>
        <p:spPr/>
        <p:txBody>
          <a:bodyPr/>
          <a:lstStyle/>
          <a:p>
            <a:r>
              <a:rPr sz="1200">
                <a:solidFill>
                  <a:srgbClr val="160629"/>
                </a:solidFill>
                <a:latin typeface="Gelion"/>
              </a:rPr>
              <a:t>What NOT to Share with Claude</a:t>
            </a:r>
          </a:p>
          <a:p>
            <a:r>
              <a:rPr sz="1200">
                <a:solidFill>
                  <a:srgbClr val="160629"/>
                </a:solidFill>
                <a:latin typeface="Gelion"/>
              </a:rPr>
              <a:t>• PII / employee data — SSN, passport numbers, salary, medical information</a:t>
            </a:r>
          </a:p>
          <a:p>
            <a:r>
              <a:rPr sz="1200">
                <a:solidFill>
                  <a:srgbClr val="160629"/>
                </a:solidFill>
                <a:latin typeface="Gelion"/>
              </a:rPr>
              <a:t>• Client contracts &amp; financials — unless Legal has approved</a:t>
            </a:r>
          </a:p>
          <a:p>
            <a:r>
              <a:rPr sz="1200">
                <a:solidFill>
                  <a:srgbClr val="160629"/>
                </a:solidFill>
                <a:latin typeface="Gelion"/>
              </a:rPr>
              <a:t>• Credentials &amp; passwords — API keys, tokens, secrets</a:t>
            </a:r>
          </a:p>
          <a:p>
            <a:r>
              <a:rPr sz="1200">
                <a:solidFill>
                  <a:srgbClr val="160629"/>
                </a:solidFill>
                <a:latin typeface="Gelion"/>
              </a:rPr>
              <a:t>• Confidential strategy — board materials, M&amp;A activities, non-public financials</a:t>
            </a:r>
          </a:p>
          <a:p/>
          <a:p>
            <a:r>
              <a:rPr sz="1200">
                <a:solidFill>
                  <a:srgbClr val="160629"/>
                </a:solidFill>
                <a:latin typeface="Gelion"/>
              </a:rPr>
              <a:t>Best Practices</a:t>
            </a:r>
          </a:p>
          <a:p>
            <a:r>
              <a:rPr sz="1200">
                <a:solidFill>
                  <a:srgbClr val="160629"/>
                </a:solidFill>
                <a:latin typeface="Gelion"/>
              </a:rPr>
              <a:t>• Review outputs before sharing externally — accuracy, brand voice, sensitivity</a:t>
            </a:r>
          </a:p>
          <a:p>
            <a:r>
              <a:rPr sz="1200">
                <a:solidFill>
                  <a:srgbClr val="160629"/>
                </a:solidFill>
                <a:latin typeface="Gelion"/>
              </a:rPr>
              <a:t>• Use Team/Enterprise plan for admin controls and SSO</a:t>
            </a:r>
          </a:p>
          <a:p>
            <a:r>
              <a:rPr sz="1200">
                <a:solidFill>
                  <a:srgbClr val="160629"/>
                </a:solidFill>
                <a:latin typeface="Gelion"/>
              </a:rPr>
              <a:t>• Don't publish Artifacts that contain internal or client data</a:t>
            </a:r>
          </a:p>
          <a:p>
            <a:r>
              <a:rPr sz="1200">
                <a:solidFill>
                  <a:srgbClr val="160629"/>
                </a:solidFill>
                <a:latin typeface="Gelion"/>
              </a:rPr>
              <a:t>• Check connector permissions carefully before linking external tools</a:t>
            </a:r>
          </a:p>
          <a:p>
            <a:r>
              <a:rPr sz="1200">
                <a:solidFill>
                  <a:srgbClr val="160629"/>
                </a:solidFill>
                <a:latin typeface="Gelion"/>
              </a:rPr>
              <a:t>• Report concerns to your manager or IT</a:t>
            </a:r>
          </a:p>
          <a:p/>
          <a:p>
            <a:r>
              <a:rPr sz="1200">
                <a:solidFill>
                  <a:srgbClr val="160629"/>
                </a:solidFill>
                <a:latin typeface="Gelion"/>
              </a:rPr>
              <a:t>Rule of thumb: If you wouldn't email it to an external consultant, don't share it with Claude.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600" b="1">
                <a:solidFill>
                  <a:srgbClr val="0559FA"/>
                </a:solidFill>
                <a:latin typeface="Gelion SemiBold"/>
              </a:rPr>
              <a:t>Your Quick-Start Checklist</a:t>
            </a:r>
          </a:p>
        </p:txBody>
      </p:sp>
      <p:sp>
        <p:nvSpPr>
          <p:cNvPr id="3" name="Text Placeholder 2"/>
          <p:cNvSpPr>
            <a:spLocks noGrp="1"/>
          </p:cNvSpPr>
          <p:nvPr>
            <p:ph type="body" idx="11" sz="quarter"/>
          </p:nvPr>
        </p:nvSpPr>
        <p:spPr/>
        <p:txBody>
          <a:bodyPr/>
          <a:lstStyle/>
          <a:p>
            <a:r>
              <a:rPr sz="1100">
                <a:solidFill>
                  <a:srgbClr val="160629"/>
                </a:solidFill>
                <a:latin typeface="Gelion"/>
              </a:rPr>
              <a:t>This Week</a:t>
            </a:r>
          </a:p>
          <a:p>
            <a:r>
              <a:rPr sz="1100">
                <a:solidFill>
                  <a:srgbClr val="160629"/>
                </a:solidFill>
                <a:latin typeface="Gelion"/>
              </a:rPr>
              <a:t>☐  Download the Claude Desktop App — claude.com/download</a:t>
            </a:r>
          </a:p>
          <a:p>
            <a:r>
              <a:rPr sz="1100">
                <a:solidFill>
                  <a:srgbClr val="160629"/>
                </a:solidFill>
                <a:latin typeface="Gelion"/>
              </a:rPr>
              <a:t>☐  Set up Global Instructions — role, team, output format preferences</a:t>
            </a:r>
          </a:p>
          <a:p>
            <a:r>
              <a:rPr sz="1100">
                <a:solidFill>
                  <a:srgbClr val="160629"/>
                </a:solidFill>
                <a:latin typeface="Gelion"/>
              </a:rPr>
              <a:t>☐  Create your first Project — local folder + project instructions</a:t>
            </a:r>
          </a:p>
          <a:p>
            <a:r>
              <a:rPr sz="1100">
                <a:solidFill>
                  <a:srgbClr val="160629"/>
                </a:solidFill>
                <a:latin typeface="Gelion"/>
              </a:rPr>
              <a:t>☐  Confirm 20+ Atlas skills are installed</a:t>
            </a:r>
          </a:p>
          <a:p>
            <a:r>
              <a:rPr sz="1100">
                <a:solidFill>
                  <a:srgbClr val="160629"/>
                </a:solidFill>
                <a:latin typeface="Gelion"/>
              </a:rPr>
              <a:t>☐  Connect one tool: Calendar, Slack, Asana, or HubSpot</a:t>
            </a:r>
          </a:p>
          <a:p>
            <a:r>
              <a:rPr sz="1100">
                <a:solidFill>
                  <a:srgbClr val="160629"/>
                </a:solidFill>
                <a:latin typeface="Gelion"/>
              </a:rPr>
              <a:t>☐  Complete one real task in Cowork</a:t>
            </a:r>
          </a:p>
          <a:p/>
          <a:p>
            <a:r>
              <a:rPr sz="1100">
                <a:solidFill>
                  <a:srgbClr val="160629"/>
                </a:solidFill>
                <a:latin typeface="Gelion"/>
              </a:rPr>
              <a:t>This Month</a:t>
            </a:r>
          </a:p>
          <a:p>
            <a:r>
              <a:rPr sz="1100">
                <a:solidFill>
                  <a:srgbClr val="160629"/>
                </a:solidFill>
                <a:latin typeface="Gelion"/>
              </a:rPr>
              <a:t>☐  Build 2–3 role-specific skills for your team function</a:t>
            </a:r>
          </a:p>
          <a:p>
            <a:r>
              <a:rPr sz="1100">
                <a:solidFill>
                  <a:srgbClr val="160629"/>
                </a:solidFill>
                <a:latin typeface="Gelion"/>
              </a:rPr>
              <a:t>☐  Set up a recurring scheduled task (e.g. weekly pipeline report)</a:t>
            </a:r>
          </a:p>
          <a:p>
            <a:r>
              <a:rPr sz="1100">
                <a:solidFill>
                  <a:srgbClr val="160629"/>
                </a:solidFill>
                <a:latin typeface="Gelion"/>
              </a:rPr>
              <a:t>☐  Create an Artifact — dashboard, email template, or data visualization</a:t>
            </a:r>
          </a:p>
          <a:p>
            <a:r>
              <a:rPr sz="1100">
                <a:solidFill>
                  <a:srgbClr val="160629"/>
                </a:solidFill>
                <a:latin typeface="Gelion"/>
              </a:rPr>
              <a:t>☐  Share a skill with a teammate</a:t>
            </a:r>
          </a:p>
          <a:p>
            <a:r>
              <a:rPr sz="1100">
                <a:solidFill>
                  <a:srgbClr val="160629"/>
                </a:solidFill>
                <a:latin typeface="Gelion"/>
              </a:rPr>
              <a:t>☐  Combine skills for a complex multi-step task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sz="2800" b="1">
                <a:solidFill>
                  <a:srgbClr val="FFFFFF"/>
                </a:solidFill>
                <a:latin typeface="Gelion SemiBold"/>
              </a:rPr>
              <a:t>Start Building with Claude Today</a:t>
            </a:r>
          </a:p>
          <a:p/>
          <a:p>
            <a:r>
              <a:rPr sz="2800" b="1">
                <a:solidFill>
                  <a:srgbClr val="FFFFFF"/>
                </a:solidFill>
                <a:latin typeface="Gelion SemiBold"/>
              </a:rPr>
              <a:t>The skills and workflows you build compound.</a:t>
            </a:r>
          </a:p>
          <a:p>
            <a:r>
              <a:rPr sz="2800" b="1">
                <a:solidFill>
                  <a:srgbClr val="FFFFFF"/>
                </a:solidFill>
                <a:latin typeface="Gelion SemiBold"/>
              </a:rPr>
              <a:t>Every session, Claude gets smarter about Atlas.</a:t>
            </a:r>
          </a:p>
          <a:p/>
          <a:p>
            <a:r>
              <a:rPr sz="2800" b="1">
                <a:solidFill>
                  <a:srgbClr val="FFFFFF"/>
                </a:solidFill>
                <a:latin typeface="Gelion SemiBold"/>
              </a:rPr>
              <a:t>For People, By People.</a:t>
            </a:r>
          </a:p>
        </p:txBody>
      </p:sp>
    </p:spTree>
  </p:cSld>
  <p:clrMapOvr>
    <a:masterClrMapping/>
  </p:clrMapOvr>
</p:sld>
</file>

<file path=ppt/theme/theme1.xml><?xml version="1.0" encoding="utf-8"?>
<a:theme xmlns:a="http://schemas.openxmlformats.org/drawingml/2006/main" name="Atlas_Deck_Master">
  <a:themeElements>
    <a:clrScheme name="Atlas Colour Scheme">
      <a:dk1>
        <a:srgbClr val="160628"/>
      </a:dk1>
      <a:lt1>
        <a:srgbClr val="FFFFFF"/>
      </a:lt1>
      <a:dk2>
        <a:srgbClr val="1E0469"/>
      </a:dk2>
      <a:lt2>
        <a:srgbClr val="F8F8F8"/>
      </a:lt2>
      <a:accent1>
        <a:srgbClr val="0559FA"/>
      </a:accent1>
      <a:accent2>
        <a:srgbClr val="5827E3"/>
      </a:accent2>
      <a:accent3>
        <a:srgbClr val="BA33CA"/>
      </a:accent3>
      <a:accent4>
        <a:srgbClr val="FF5959"/>
      </a:accent4>
      <a:accent5>
        <a:srgbClr val="FF8F77"/>
      </a:accent5>
      <a:accent6>
        <a:srgbClr val="F6B941"/>
      </a:accent6>
      <a:hlink>
        <a:srgbClr val="F2C1F8"/>
      </a:hlink>
      <a:folHlink>
        <a:srgbClr val="D2DFFF"/>
      </a:folHlink>
    </a:clrScheme>
    <a:fontScheme name="Gelion">
      <a:majorFont>
        <a:latin typeface="Gelion"/>
        <a:ea typeface=""/>
        <a:cs typeface=""/>
      </a:majorFont>
      <a:minorFont>
        <a:latin typeface="Gelio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25314</TotalTime>
  <Words>1759</Words>
  <Application>Microsoft Macintosh PowerPoint</Application>
  <PresentationFormat>Widescreen</PresentationFormat>
  <Paragraphs>181</Paragraphs>
  <Slides>51</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51</vt:i4>
      </vt:variant>
    </vt:vector>
  </HeadingPairs>
  <TitlesOfParts>
    <vt:vector size="63" baseType="lpstr">
      <vt:lpstr>Gelion Medium</vt:lpstr>
      <vt:lpstr>Aptos</vt:lpstr>
      <vt:lpstr>DengXian</vt:lpstr>
      <vt:lpstr>Calibri</vt:lpstr>
      <vt:lpstr>Gelion</vt:lpstr>
      <vt:lpstr>Gelion Bold</vt:lpstr>
      <vt:lpstr>Wingdings</vt:lpstr>
      <vt:lpstr>Poppins</vt:lpstr>
      <vt:lpstr>Open Sans Light</vt:lpstr>
      <vt:lpstr>Gelion Semi Bold</vt:lpstr>
      <vt:lpstr>Arial</vt:lpstr>
      <vt:lpstr>Atlas_Deck_Master</vt:lpstr>
      <vt:lpstr>The Title Heading Goes Here</vt:lpstr>
      <vt:lpstr>The Title Heading Goes Here</vt:lpstr>
      <vt:lpstr>The Title Heading Goes Here</vt:lpstr>
      <vt:lpstr>The Title Heading Goes Here</vt:lpstr>
      <vt:lpstr>The Title Heading Goes Here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Title Heading Goes Here</vt:lpstr>
      <vt:lpstr>The Title Heading Goes Here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Justin Molloy</dc:creator>
  <cp:lastModifiedBy>Patrick Diamitani</cp:lastModifiedBy>
  <cp:revision>122</cp:revision>
  <dcterms:created xsi:type="dcterms:W3CDTF">2024-07-22T10:22:51Z</dcterms:created>
  <dcterms:modified xsi:type="dcterms:W3CDTF">2026-03-26T05:25:17Z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0x010100070C1589E768FD43803DBF8809971834</vt:lpwstr>
  </property>
  <property fmtid="{D5CDD505-2E9C-101B-9397-08002B2CF9AE}" pid="3" name="_dlc_DocIdItemGuid">
    <vt:lpwstr>b94483f6-6e5c-4807-9c92-dc6ae9bdfdff</vt:lpwstr>
  </property>
  <property fmtid="{D5CDD505-2E9C-101B-9397-08002B2CF9AE}" pid="4" name="ClassificationContentMarkingFooterLocations">
    <vt:lpwstr>Atlas_Deck_Master:9</vt:lpwstr>
  </property>
  <property fmtid="{D5CDD505-2E9C-101B-9397-08002B2CF9AE}" pid="5" name="ClassificationContentMarkingFooterText">
    <vt:lpwstr>Atlas - Confidential</vt:lpwstr>
  </property>
  <property fmtid="{D5CDD505-2E9C-101B-9397-08002B2CF9AE}" pid="6" name="MediaServiceImageTags">
    <vt:lpwstr/>
  </property>
</Properties>
</file>